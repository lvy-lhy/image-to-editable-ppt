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240c7b4885c4465" /><Relationship Type="http://schemas.openxmlformats.org/officeDocument/2006/relationships/extended-properties" Target="/docProps/app.xml" Id="R79cecc51c51d4013" /><Relationship Type="http://schemas.openxmlformats.org/officeDocument/2006/relationships/officeDocument" Target="/ppt/presentation.xml" Id="Rcecb55805e3d4fb7" /></Relationships>
</file>

<file path=ppt/presentation.xml><?xml version="1.0" encoding="utf-8"?>
<p:presentation xmlns:p="http://schemas.openxmlformats.org/presentationml/2006/main">
  <p:sldMasterIdLst>
    <p:sldMasterId xmlns:r="http://schemas.openxmlformats.org/officeDocument/2006/relationships" id="2147483648" r:id="Rcfbbc98067f845f7"/>
  </p:sldMasterIdLst>
  <p:notesMasterIdLst>
    <p:notesMasterId xmlns:r="http://schemas.openxmlformats.org/officeDocument/2006/relationships" r:id="R512bba0b12934dd7"/>
  </p:notesMasterIdLst>
  <p:sldIdLst>
    <p:sldId xmlns:r="http://schemas.openxmlformats.org/officeDocument/2006/relationships" id="256" r:id="Re329ee078af54838"/>
  </p:sldIdLst>
  <p:sldSz cx="19554825" cy="897255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112475c80c84313" /><Relationship Type="http://schemas.openxmlformats.org/officeDocument/2006/relationships/slideMaster" Target="/ppt/slideMasters/slideMaster1.xml" Id="Rcfbbc98067f845f7" /><Relationship Type="http://schemas.openxmlformats.org/officeDocument/2006/relationships/notesMaster" Target="/ppt/notesMasters/notesMaster1.xml" Id="R512bba0b12934dd7" /><Relationship Type="http://schemas.openxmlformats.org/officeDocument/2006/relationships/presProps" Target="/ppt/presProps.xml" Id="R3ffb6434749f4304" /><Relationship Type="http://schemas.openxmlformats.org/officeDocument/2006/relationships/tableStyles" Target="/ppt/tableStyles.xml" Id="R0a93a64b2bec42b8" /><Relationship Type="http://schemas.openxmlformats.org/officeDocument/2006/relationships/slide" Target="/ppt/slides/slide1.xml" Id="Re329ee078af5483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e278570085c4cc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d9d94846fdb4a8d" /><Relationship Type="http://schemas.openxmlformats.org/officeDocument/2006/relationships/notesMaster" Target="/ppt/notesMasters/notesMaster1.xml" Id="R02bcaf9c13104f9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Moshkov, N., Bornholdt, M., Benoit, S. et al. Learning representations for image-based profiling of perturbations. Nature Communications 15, 1594 (2024). Figure 1: Framework for analyzing image-based profiling experiments. https://doi.org/10.1038/s41467-024-45999-1</a:t>
            </a:r>
          </a:p>
          <a:p xmlns:a="http://schemas.openxmlformats.org/drawingml/2006/main">
            <a:r>
              <a:t>Original figure: https://media.springernature.com/full/springer-static/image/art%3A10.1038%2Fs41467-024-45999-1/MediaObjects/41467_2024_45999_Fig1_HTML.png</a:t>
            </a:r>
          </a:p>
          <a:p xmlns:a="http://schemas.openxmlformats.org/drawingml/2006/main">
            <a:r>
              <a:t>Licence: Creative Commons Attribution 4.0 International, https://creativecommons.org/licenses/by/4.0/ .</a:t>
            </a:r>
          </a:p>
          <a:p xmlns:a="http://schemas.openxmlformats.org/drawingml/2006/main">
            <a:r>
              <a:t>Changes: labels, nodes, arrows, qualitative contours, CNN blocks and matching symbols reconstructed as native editable PowerPoint objects; source microscopy images, density field and feature vector retained as ten independent image crops. No new scientific measurements or model results generated. Typography and schematic geometry have minor differences from the original. The original panels A-G are retained in full; attribution occupies an added footer.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17eb1c75a784fd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77f1f1f64104df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accbfbad6a54c9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2370066c163412b"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00a1a2a00b8441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6575afbe11e491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2431D78-5368-4B3F-BF80-596651D9D9CE}"/>
              </a:ext>
            </a:extLst>
          </p:cNvPr>
          <p:cNvSpPr>
            <a:spLocks xmlns:a="http://schemas.openxmlformats.org/drawingml/2006/main" noGrp="1"/>
          </p:cNvSpPr>
          <p:nvPr>
            <p:ph type="title" idx="0"/>
          </p:nvPr>
        </p:nvSpPr>
        <p:spPr>
          <a:xfrm xmlns:a="http://schemas.openxmlformats.org/drawingml/2006/main">
            <a:off x="1955483" y="3389630"/>
            <a:ext cx="15643860" cy="129603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280" b="1">
                <a:solidFill>
                  <a:schemeClr val="tx1"/>
                </a:solidFill>
                <a:latin typeface="+mj-lt"/>
                <a:ea typeface="+mj-lt"/>
                <a:cs typeface="+mj-lt"/>
              </a:defRPr>
            </a:defPPr>
            <a:lvl1pPr marL="0" indent="0" algn="ctr">
              <a:lnSpc>
                <a:spcPct val="110000"/>
              </a:lnSpc>
              <a:spcBef>
                <a:spcPts val="0"/>
              </a:spcBef>
              <a:spcAft>
                <a:spcPts val="0"/>
              </a:spcAft>
              <a:buNone/>
              <a:defRPr sz="6280" b="1">
                <a:solidFill>
                  <a:schemeClr val="tx1"/>
                </a:solidFill>
                <a:latin typeface="+mj-lt"/>
                <a:ea typeface="+mj-lt"/>
                <a:cs typeface="+mj-lt"/>
              </a:defRPr>
            </a:lvl1pPr>
            <a:lvl2pPr marL="0" indent="0" algn="ctr">
              <a:lnSpc>
                <a:spcPct val="110000"/>
              </a:lnSpc>
              <a:spcBef>
                <a:spcPts val="0"/>
              </a:spcBef>
              <a:spcAft>
                <a:spcPts val="0"/>
              </a:spcAft>
              <a:buNone/>
              <a:defRPr sz="6280" b="1">
                <a:solidFill>
                  <a:schemeClr val="tx1"/>
                </a:solidFill>
                <a:latin typeface="+mj-lt"/>
                <a:ea typeface="+mj-lt"/>
                <a:cs typeface="+mj-lt"/>
              </a:defRPr>
            </a:lvl2pPr>
            <a:lvl3pPr marL="0" indent="0" algn="ctr">
              <a:lnSpc>
                <a:spcPct val="110000"/>
              </a:lnSpc>
              <a:spcBef>
                <a:spcPts val="0"/>
              </a:spcBef>
              <a:spcAft>
                <a:spcPts val="0"/>
              </a:spcAft>
              <a:buNone/>
              <a:defRPr sz="6280" b="1">
                <a:solidFill>
                  <a:schemeClr val="tx1"/>
                </a:solidFill>
                <a:latin typeface="+mj-lt"/>
                <a:ea typeface="+mj-lt"/>
                <a:cs typeface="+mj-lt"/>
              </a:defRPr>
            </a:lvl3pPr>
            <a:lvl4pPr marL="0" indent="0" algn="ctr">
              <a:lnSpc>
                <a:spcPct val="110000"/>
              </a:lnSpc>
              <a:spcBef>
                <a:spcPts val="0"/>
              </a:spcBef>
              <a:spcAft>
                <a:spcPts val="0"/>
              </a:spcAft>
              <a:buNone/>
              <a:defRPr sz="6280" b="1">
                <a:solidFill>
                  <a:schemeClr val="tx1"/>
                </a:solidFill>
                <a:latin typeface="+mj-lt"/>
                <a:ea typeface="+mj-lt"/>
                <a:cs typeface="+mj-lt"/>
              </a:defRPr>
            </a:lvl4pPr>
            <a:lvl5pPr marL="0" indent="0" algn="ctr">
              <a:lnSpc>
                <a:spcPct val="110000"/>
              </a:lnSpc>
              <a:spcBef>
                <a:spcPts val="0"/>
              </a:spcBef>
              <a:spcAft>
                <a:spcPts val="0"/>
              </a:spcAft>
              <a:buNone/>
              <a:defRPr sz="6280" b="1">
                <a:solidFill>
                  <a:schemeClr val="tx1"/>
                </a:solidFill>
                <a:latin typeface="+mj-lt"/>
                <a:ea typeface="+mj-lt"/>
                <a:cs typeface="+mj-lt"/>
              </a:defRPr>
            </a:lvl5pPr>
            <a:lvl6pPr marL="0" indent="0" algn="ctr">
              <a:lnSpc>
                <a:spcPct val="110000"/>
              </a:lnSpc>
              <a:spcBef>
                <a:spcPts val="0"/>
              </a:spcBef>
              <a:spcAft>
                <a:spcPts val="0"/>
              </a:spcAft>
              <a:buNone/>
              <a:defRPr sz="6280" b="1">
                <a:solidFill>
                  <a:schemeClr val="tx1"/>
                </a:solidFill>
                <a:latin typeface="+mj-lt"/>
                <a:ea typeface="+mj-lt"/>
                <a:cs typeface="+mj-lt"/>
              </a:defRPr>
            </a:lvl6pPr>
            <a:lvl7pPr marL="0" indent="0" algn="ctr">
              <a:lnSpc>
                <a:spcPct val="110000"/>
              </a:lnSpc>
              <a:spcBef>
                <a:spcPts val="0"/>
              </a:spcBef>
              <a:spcAft>
                <a:spcPts val="0"/>
              </a:spcAft>
              <a:buNone/>
              <a:defRPr sz="6280" b="1">
                <a:solidFill>
                  <a:schemeClr val="tx1"/>
                </a:solidFill>
                <a:latin typeface="+mj-lt"/>
                <a:ea typeface="+mj-lt"/>
                <a:cs typeface="+mj-lt"/>
              </a:defRPr>
            </a:lvl7pPr>
            <a:lvl8pPr marL="0" indent="0" algn="ctr">
              <a:lnSpc>
                <a:spcPct val="110000"/>
              </a:lnSpc>
              <a:spcBef>
                <a:spcPts val="0"/>
              </a:spcBef>
              <a:spcAft>
                <a:spcPts val="0"/>
              </a:spcAft>
              <a:buNone/>
              <a:defRPr sz="6280" b="1">
                <a:solidFill>
                  <a:schemeClr val="tx1"/>
                </a:solidFill>
                <a:latin typeface="+mj-lt"/>
                <a:ea typeface="+mj-lt"/>
                <a:cs typeface="+mj-lt"/>
              </a:defRPr>
            </a:lvl8pPr>
            <a:lvl9pPr marL="0" indent="0" algn="ctr">
              <a:lnSpc>
                <a:spcPct val="110000"/>
              </a:lnSpc>
              <a:spcBef>
                <a:spcPts val="0"/>
              </a:spcBef>
              <a:spcAft>
                <a:spcPts val="0"/>
              </a:spcAft>
              <a:buNone/>
              <a:defRPr sz="628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B18F9CC-E503-42E2-9178-BECB646741C6}"/>
              </a:ext>
            </a:extLst>
          </p:cNvPr>
          <p:cNvSpPr>
            <a:spLocks xmlns:a="http://schemas.openxmlformats.org/drawingml/2006/main" noGrp="1"/>
          </p:cNvSpPr>
          <p:nvPr>
            <p:ph type="subTitle" idx="1"/>
          </p:nvPr>
        </p:nvSpPr>
        <p:spPr>
          <a:xfrm xmlns:a="http://schemas.openxmlformats.org/drawingml/2006/main">
            <a:off x="2933224" y="4934903"/>
            <a:ext cx="13688378" cy="9969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748" b="0">
                <a:solidFill>
                  <a:schemeClr val="tx1"/>
                </a:solidFill>
                <a:latin typeface="+mn-lt"/>
                <a:ea typeface="+mn-lt"/>
                <a:cs typeface="+mn-lt"/>
              </a:defRPr>
            </a:defPPr>
            <a:lvl1pPr marL="0" indent="0" algn="ctr">
              <a:lnSpc>
                <a:spcPct val="110000"/>
              </a:lnSpc>
              <a:spcBef>
                <a:spcPts val="0"/>
              </a:spcBef>
              <a:spcAft>
                <a:spcPts val="0"/>
              </a:spcAft>
              <a:buNone/>
              <a:defRPr sz="2748" b="0">
                <a:solidFill>
                  <a:schemeClr val="tx1"/>
                </a:solidFill>
                <a:latin typeface="+mn-lt"/>
                <a:ea typeface="+mn-lt"/>
                <a:cs typeface="+mn-lt"/>
              </a:defRPr>
            </a:lvl1pPr>
            <a:lvl2pPr marL="0" indent="0" algn="ctr">
              <a:lnSpc>
                <a:spcPct val="110000"/>
              </a:lnSpc>
              <a:spcBef>
                <a:spcPts val="0"/>
              </a:spcBef>
              <a:spcAft>
                <a:spcPts val="0"/>
              </a:spcAft>
              <a:buNone/>
              <a:defRPr sz="2748" b="0">
                <a:solidFill>
                  <a:schemeClr val="tx1"/>
                </a:solidFill>
                <a:latin typeface="+mn-lt"/>
                <a:ea typeface="+mn-lt"/>
                <a:cs typeface="+mn-lt"/>
              </a:defRPr>
            </a:lvl2pPr>
            <a:lvl3pPr marL="0" indent="0" algn="ctr">
              <a:lnSpc>
                <a:spcPct val="110000"/>
              </a:lnSpc>
              <a:spcBef>
                <a:spcPts val="0"/>
              </a:spcBef>
              <a:spcAft>
                <a:spcPts val="0"/>
              </a:spcAft>
              <a:buNone/>
              <a:defRPr sz="2748" b="0">
                <a:solidFill>
                  <a:schemeClr val="tx1"/>
                </a:solidFill>
                <a:latin typeface="+mn-lt"/>
                <a:ea typeface="+mn-lt"/>
                <a:cs typeface="+mn-lt"/>
              </a:defRPr>
            </a:lvl3pPr>
            <a:lvl4pPr marL="0" indent="0" algn="ctr">
              <a:lnSpc>
                <a:spcPct val="110000"/>
              </a:lnSpc>
              <a:spcBef>
                <a:spcPts val="0"/>
              </a:spcBef>
              <a:spcAft>
                <a:spcPts val="0"/>
              </a:spcAft>
              <a:buNone/>
              <a:defRPr sz="2748" b="0">
                <a:solidFill>
                  <a:schemeClr val="tx1"/>
                </a:solidFill>
                <a:latin typeface="+mn-lt"/>
                <a:ea typeface="+mn-lt"/>
                <a:cs typeface="+mn-lt"/>
              </a:defRPr>
            </a:lvl4pPr>
            <a:lvl5pPr marL="0" indent="0" algn="ctr">
              <a:lnSpc>
                <a:spcPct val="110000"/>
              </a:lnSpc>
              <a:spcBef>
                <a:spcPts val="0"/>
              </a:spcBef>
              <a:spcAft>
                <a:spcPts val="0"/>
              </a:spcAft>
              <a:buNone/>
              <a:defRPr sz="2748" b="0">
                <a:solidFill>
                  <a:schemeClr val="tx1"/>
                </a:solidFill>
                <a:latin typeface="+mn-lt"/>
                <a:ea typeface="+mn-lt"/>
                <a:cs typeface="+mn-lt"/>
              </a:defRPr>
            </a:lvl5pPr>
            <a:lvl6pPr marL="0" indent="0" algn="ctr">
              <a:lnSpc>
                <a:spcPct val="110000"/>
              </a:lnSpc>
              <a:spcBef>
                <a:spcPts val="0"/>
              </a:spcBef>
              <a:spcAft>
                <a:spcPts val="0"/>
              </a:spcAft>
              <a:buNone/>
              <a:defRPr sz="2748" b="0">
                <a:solidFill>
                  <a:schemeClr val="tx1"/>
                </a:solidFill>
                <a:latin typeface="+mn-lt"/>
                <a:ea typeface="+mn-lt"/>
                <a:cs typeface="+mn-lt"/>
              </a:defRPr>
            </a:lvl6pPr>
            <a:lvl7pPr marL="0" indent="0" algn="ctr">
              <a:lnSpc>
                <a:spcPct val="110000"/>
              </a:lnSpc>
              <a:spcBef>
                <a:spcPts val="0"/>
              </a:spcBef>
              <a:spcAft>
                <a:spcPts val="0"/>
              </a:spcAft>
              <a:buNone/>
              <a:defRPr sz="2748" b="0">
                <a:solidFill>
                  <a:schemeClr val="tx1"/>
                </a:solidFill>
                <a:latin typeface="+mn-lt"/>
                <a:ea typeface="+mn-lt"/>
                <a:cs typeface="+mn-lt"/>
              </a:defRPr>
            </a:lvl7pPr>
            <a:lvl8pPr marL="0" indent="0" algn="ctr">
              <a:lnSpc>
                <a:spcPct val="110000"/>
              </a:lnSpc>
              <a:spcBef>
                <a:spcPts val="0"/>
              </a:spcBef>
              <a:spcAft>
                <a:spcPts val="0"/>
              </a:spcAft>
              <a:buNone/>
              <a:defRPr sz="2748" b="0">
                <a:solidFill>
                  <a:schemeClr val="tx1"/>
                </a:solidFill>
                <a:latin typeface="+mn-lt"/>
                <a:ea typeface="+mn-lt"/>
                <a:cs typeface="+mn-lt"/>
              </a:defRPr>
            </a:lvl8pPr>
            <a:lvl9pPr marL="0" indent="0" algn="ctr">
              <a:lnSpc>
                <a:spcPct val="110000"/>
              </a:lnSpc>
              <a:spcBef>
                <a:spcPts val="0"/>
              </a:spcBef>
              <a:spcAft>
                <a:spcPts val="0"/>
              </a:spcAft>
              <a:buNone/>
              <a:defRPr sz="2748"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6DA32E1-CABA-492C-BB21-5B95414FC470}"/>
              </a:ext>
            </a:extLst>
          </p:cNvPr>
          <p:cNvSpPr>
            <a:spLocks xmlns:a="http://schemas.openxmlformats.org/drawingml/2006/main" noGrp="1"/>
          </p:cNvSpPr>
          <p:nvPr>
            <p:ph type="title" idx="0"/>
          </p:nvPr>
        </p:nvSpPr>
        <p:spPr>
          <a:xfrm xmlns:a="http://schemas.openxmlformats.org/drawingml/2006/main">
            <a:off x="1955483" y="3738563"/>
            <a:ext cx="15643860" cy="149542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495" b="1">
                <a:solidFill>
                  <a:schemeClr val="tx1"/>
                </a:solidFill>
                <a:latin typeface="+mj-lt"/>
                <a:ea typeface="+mj-lt"/>
                <a:cs typeface="+mj-lt"/>
              </a:defRPr>
            </a:defPPr>
            <a:lvl1pPr marL="0" indent="0" algn="ctr">
              <a:lnSpc>
                <a:spcPct val="110000"/>
              </a:lnSpc>
              <a:spcBef>
                <a:spcPts val="0"/>
              </a:spcBef>
              <a:spcAft>
                <a:spcPts val="0"/>
              </a:spcAft>
              <a:buNone/>
              <a:defRPr sz="5495" b="1">
                <a:solidFill>
                  <a:schemeClr val="tx1"/>
                </a:solidFill>
                <a:latin typeface="+mj-lt"/>
                <a:ea typeface="+mj-lt"/>
                <a:cs typeface="+mj-lt"/>
              </a:defRPr>
            </a:lvl1pPr>
            <a:lvl2pPr marL="0" indent="0" algn="ctr">
              <a:lnSpc>
                <a:spcPct val="110000"/>
              </a:lnSpc>
              <a:spcBef>
                <a:spcPts val="0"/>
              </a:spcBef>
              <a:spcAft>
                <a:spcPts val="0"/>
              </a:spcAft>
              <a:buNone/>
              <a:defRPr sz="5495" b="1">
                <a:solidFill>
                  <a:schemeClr val="tx1"/>
                </a:solidFill>
                <a:latin typeface="+mj-lt"/>
                <a:ea typeface="+mj-lt"/>
                <a:cs typeface="+mj-lt"/>
              </a:defRPr>
            </a:lvl2pPr>
            <a:lvl3pPr marL="0" indent="0" algn="ctr">
              <a:lnSpc>
                <a:spcPct val="110000"/>
              </a:lnSpc>
              <a:spcBef>
                <a:spcPts val="0"/>
              </a:spcBef>
              <a:spcAft>
                <a:spcPts val="0"/>
              </a:spcAft>
              <a:buNone/>
              <a:defRPr sz="5495" b="1">
                <a:solidFill>
                  <a:schemeClr val="tx1"/>
                </a:solidFill>
                <a:latin typeface="+mj-lt"/>
                <a:ea typeface="+mj-lt"/>
                <a:cs typeface="+mj-lt"/>
              </a:defRPr>
            </a:lvl3pPr>
            <a:lvl4pPr marL="0" indent="0" algn="ctr">
              <a:lnSpc>
                <a:spcPct val="110000"/>
              </a:lnSpc>
              <a:spcBef>
                <a:spcPts val="0"/>
              </a:spcBef>
              <a:spcAft>
                <a:spcPts val="0"/>
              </a:spcAft>
              <a:buNone/>
              <a:defRPr sz="5495" b="1">
                <a:solidFill>
                  <a:schemeClr val="tx1"/>
                </a:solidFill>
                <a:latin typeface="+mj-lt"/>
                <a:ea typeface="+mj-lt"/>
                <a:cs typeface="+mj-lt"/>
              </a:defRPr>
            </a:lvl4pPr>
            <a:lvl5pPr marL="0" indent="0" algn="ctr">
              <a:lnSpc>
                <a:spcPct val="110000"/>
              </a:lnSpc>
              <a:spcBef>
                <a:spcPts val="0"/>
              </a:spcBef>
              <a:spcAft>
                <a:spcPts val="0"/>
              </a:spcAft>
              <a:buNone/>
              <a:defRPr sz="5495" b="1">
                <a:solidFill>
                  <a:schemeClr val="tx1"/>
                </a:solidFill>
                <a:latin typeface="+mj-lt"/>
                <a:ea typeface="+mj-lt"/>
                <a:cs typeface="+mj-lt"/>
              </a:defRPr>
            </a:lvl5pPr>
            <a:lvl6pPr marL="0" indent="0" algn="ctr">
              <a:lnSpc>
                <a:spcPct val="110000"/>
              </a:lnSpc>
              <a:spcBef>
                <a:spcPts val="0"/>
              </a:spcBef>
              <a:spcAft>
                <a:spcPts val="0"/>
              </a:spcAft>
              <a:buNone/>
              <a:defRPr sz="5495" b="1">
                <a:solidFill>
                  <a:schemeClr val="tx1"/>
                </a:solidFill>
                <a:latin typeface="+mj-lt"/>
                <a:ea typeface="+mj-lt"/>
                <a:cs typeface="+mj-lt"/>
              </a:defRPr>
            </a:lvl6pPr>
            <a:lvl7pPr marL="0" indent="0" algn="ctr">
              <a:lnSpc>
                <a:spcPct val="110000"/>
              </a:lnSpc>
              <a:spcBef>
                <a:spcPts val="0"/>
              </a:spcBef>
              <a:spcAft>
                <a:spcPts val="0"/>
              </a:spcAft>
              <a:buNone/>
              <a:defRPr sz="5495" b="1">
                <a:solidFill>
                  <a:schemeClr val="tx1"/>
                </a:solidFill>
                <a:latin typeface="+mj-lt"/>
                <a:ea typeface="+mj-lt"/>
                <a:cs typeface="+mj-lt"/>
              </a:defRPr>
            </a:lvl7pPr>
            <a:lvl8pPr marL="0" indent="0" algn="ctr">
              <a:lnSpc>
                <a:spcPct val="110000"/>
              </a:lnSpc>
              <a:spcBef>
                <a:spcPts val="0"/>
              </a:spcBef>
              <a:spcAft>
                <a:spcPts val="0"/>
              </a:spcAft>
              <a:buNone/>
              <a:defRPr sz="5495" b="1">
                <a:solidFill>
                  <a:schemeClr val="tx1"/>
                </a:solidFill>
                <a:latin typeface="+mj-lt"/>
                <a:ea typeface="+mj-lt"/>
                <a:cs typeface="+mj-lt"/>
              </a:defRPr>
            </a:lvl8pPr>
            <a:lvl9pPr marL="0" indent="0" algn="ctr">
              <a:lnSpc>
                <a:spcPct val="110000"/>
              </a:lnSpc>
              <a:spcBef>
                <a:spcPts val="0"/>
              </a:spcBef>
              <a:spcAft>
                <a:spcPts val="0"/>
              </a:spcAft>
              <a:buNone/>
              <a:defRPr sz="5495"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27CC06F-B07D-40B4-89D5-C5916CFE43DD}"/>
              </a:ext>
            </a:extLst>
          </p:cNvPr>
          <p:cNvSpPr>
            <a:spLocks xmlns:a="http://schemas.openxmlformats.org/drawingml/2006/main" noGrp="1"/>
          </p:cNvSpPr>
          <p:nvPr>
            <p:ph type="title" idx="0"/>
          </p:nvPr>
        </p:nvSpPr>
        <p:spPr>
          <a:xfrm xmlns:a="http://schemas.openxmlformats.org/drawingml/2006/main">
            <a:off x="1099959" y="697865"/>
            <a:ext cx="17354907" cy="109664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318" b="1">
                <a:solidFill>
                  <a:schemeClr val="tx1"/>
                </a:solidFill>
                <a:latin typeface="+mj-lt"/>
                <a:ea typeface="+mj-lt"/>
                <a:cs typeface="+mj-lt"/>
              </a:defRPr>
            </a:defPPr>
            <a:lvl1pPr marL="0" indent="0" algn="l">
              <a:lnSpc>
                <a:spcPct val="110000"/>
              </a:lnSpc>
              <a:spcBef>
                <a:spcPts val="0"/>
              </a:spcBef>
              <a:spcAft>
                <a:spcPts val="0"/>
              </a:spcAft>
              <a:buNone/>
              <a:defRPr sz="4318" b="1">
                <a:solidFill>
                  <a:schemeClr val="tx1"/>
                </a:solidFill>
                <a:latin typeface="+mj-lt"/>
                <a:ea typeface="+mj-lt"/>
                <a:cs typeface="+mj-lt"/>
              </a:defRPr>
            </a:lvl1pPr>
            <a:lvl2pPr marL="0" indent="0" algn="l">
              <a:lnSpc>
                <a:spcPct val="110000"/>
              </a:lnSpc>
              <a:spcBef>
                <a:spcPts val="0"/>
              </a:spcBef>
              <a:spcAft>
                <a:spcPts val="0"/>
              </a:spcAft>
              <a:buNone/>
              <a:defRPr sz="4318" b="1">
                <a:solidFill>
                  <a:schemeClr val="tx1"/>
                </a:solidFill>
                <a:latin typeface="+mj-lt"/>
                <a:ea typeface="+mj-lt"/>
                <a:cs typeface="+mj-lt"/>
              </a:defRPr>
            </a:lvl2pPr>
            <a:lvl3pPr marL="0" indent="0" algn="l">
              <a:lnSpc>
                <a:spcPct val="110000"/>
              </a:lnSpc>
              <a:spcBef>
                <a:spcPts val="0"/>
              </a:spcBef>
              <a:spcAft>
                <a:spcPts val="0"/>
              </a:spcAft>
              <a:buNone/>
              <a:defRPr sz="4318" b="1">
                <a:solidFill>
                  <a:schemeClr val="tx1"/>
                </a:solidFill>
                <a:latin typeface="+mj-lt"/>
                <a:ea typeface="+mj-lt"/>
                <a:cs typeface="+mj-lt"/>
              </a:defRPr>
            </a:lvl3pPr>
            <a:lvl4pPr marL="0" indent="0" algn="l">
              <a:lnSpc>
                <a:spcPct val="110000"/>
              </a:lnSpc>
              <a:spcBef>
                <a:spcPts val="0"/>
              </a:spcBef>
              <a:spcAft>
                <a:spcPts val="0"/>
              </a:spcAft>
              <a:buNone/>
              <a:defRPr sz="4318" b="1">
                <a:solidFill>
                  <a:schemeClr val="tx1"/>
                </a:solidFill>
                <a:latin typeface="+mj-lt"/>
                <a:ea typeface="+mj-lt"/>
                <a:cs typeface="+mj-lt"/>
              </a:defRPr>
            </a:lvl4pPr>
            <a:lvl5pPr marL="0" indent="0" algn="l">
              <a:lnSpc>
                <a:spcPct val="110000"/>
              </a:lnSpc>
              <a:spcBef>
                <a:spcPts val="0"/>
              </a:spcBef>
              <a:spcAft>
                <a:spcPts val="0"/>
              </a:spcAft>
              <a:buNone/>
              <a:defRPr sz="4318" b="1">
                <a:solidFill>
                  <a:schemeClr val="tx1"/>
                </a:solidFill>
                <a:latin typeface="+mj-lt"/>
                <a:ea typeface="+mj-lt"/>
                <a:cs typeface="+mj-lt"/>
              </a:defRPr>
            </a:lvl5pPr>
            <a:lvl6pPr marL="0" indent="0" algn="l">
              <a:lnSpc>
                <a:spcPct val="110000"/>
              </a:lnSpc>
              <a:spcBef>
                <a:spcPts val="0"/>
              </a:spcBef>
              <a:spcAft>
                <a:spcPts val="0"/>
              </a:spcAft>
              <a:buNone/>
              <a:defRPr sz="4318" b="1">
                <a:solidFill>
                  <a:schemeClr val="tx1"/>
                </a:solidFill>
                <a:latin typeface="+mj-lt"/>
                <a:ea typeface="+mj-lt"/>
                <a:cs typeface="+mj-lt"/>
              </a:defRPr>
            </a:lvl6pPr>
            <a:lvl7pPr marL="0" indent="0" algn="l">
              <a:lnSpc>
                <a:spcPct val="110000"/>
              </a:lnSpc>
              <a:spcBef>
                <a:spcPts val="0"/>
              </a:spcBef>
              <a:spcAft>
                <a:spcPts val="0"/>
              </a:spcAft>
              <a:buNone/>
              <a:defRPr sz="4318" b="1">
                <a:solidFill>
                  <a:schemeClr val="tx1"/>
                </a:solidFill>
                <a:latin typeface="+mj-lt"/>
                <a:ea typeface="+mj-lt"/>
                <a:cs typeface="+mj-lt"/>
              </a:defRPr>
            </a:lvl7pPr>
            <a:lvl8pPr marL="0" indent="0" algn="l">
              <a:lnSpc>
                <a:spcPct val="110000"/>
              </a:lnSpc>
              <a:spcBef>
                <a:spcPts val="0"/>
              </a:spcBef>
              <a:spcAft>
                <a:spcPts val="0"/>
              </a:spcAft>
              <a:buNone/>
              <a:defRPr sz="4318" b="1">
                <a:solidFill>
                  <a:schemeClr val="tx1"/>
                </a:solidFill>
                <a:latin typeface="+mj-lt"/>
                <a:ea typeface="+mj-lt"/>
                <a:cs typeface="+mj-lt"/>
              </a:defRPr>
            </a:lvl8pPr>
            <a:lvl9pPr marL="0" indent="0" algn="l">
              <a:lnSpc>
                <a:spcPct val="110000"/>
              </a:lnSpc>
              <a:spcBef>
                <a:spcPts val="0"/>
              </a:spcBef>
              <a:spcAft>
                <a:spcPts val="0"/>
              </a:spcAft>
              <a:buNone/>
              <a:defRPr sz="4318"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8D6CC58-B5E6-4A9E-9C70-D71211127E2D}"/>
              </a:ext>
            </a:extLst>
          </p:cNvPr>
          <p:cNvSpPr>
            <a:spLocks xmlns:a="http://schemas.openxmlformats.org/drawingml/2006/main" noGrp="1"/>
          </p:cNvSpPr>
          <p:nvPr>
            <p:ph type="body" idx="1"/>
          </p:nvPr>
        </p:nvSpPr>
        <p:spPr>
          <a:xfrm xmlns:a="http://schemas.openxmlformats.org/drawingml/2006/main">
            <a:off x="1099959" y="2492375"/>
            <a:ext cx="17354907" cy="558292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944" b="0">
                <a:solidFill>
                  <a:schemeClr val="tx1"/>
                </a:solidFill>
                <a:latin typeface="+mn-lt"/>
                <a:ea typeface="+mn-lt"/>
                <a:cs typeface="+mn-lt"/>
              </a:defRPr>
            </a:defPPr>
            <a:lvl1pPr marL="299085" indent="-299085" algn="l">
              <a:lnSpc>
                <a:spcPct val="110000"/>
              </a:lnSpc>
              <a:spcBef>
                <a:spcPts val="0"/>
              </a:spcBef>
              <a:spcAft>
                <a:spcPts val="1570"/>
              </a:spcAft>
              <a:buChar char="•"/>
              <a:defRPr sz="2944" b="0">
                <a:solidFill>
                  <a:schemeClr val="tx1"/>
                </a:solidFill>
                <a:latin typeface="+mn-lt"/>
                <a:ea typeface="+mn-lt"/>
                <a:cs typeface="+mn-lt"/>
              </a:defRPr>
            </a:lvl1pPr>
            <a:lvl2pPr marL="697865" indent="-299085" algn="l">
              <a:lnSpc>
                <a:spcPct val="110000"/>
              </a:lnSpc>
              <a:spcBef>
                <a:spcPts val="0"/>
              </a:spcBef>
              <a:spcAft>
                <a:spcPts val="1570"/>
              </a:spcAft>
              <a:buChar char="•"/>
              <a:defRPr sz="2944" b="0">
                <a:solidFill>
                  <a:schemeClr val="tx1"/>
                </a:solidFill>
                <a:latin typeface="+mn-lt"/>
                <a:ea typeface="+mn-lt"/>
                <a:cs typeface="+mn-lt"/>
              </a:defRPr>
            </a:lvl2pPr>
            <a:lvl3pPr marL="1096645" indent="-299085" algn="l">
              <a:lnSpc>
                <a:spcPct val="110000"/>
              </a:lnSpc>
              <a:spcBef>
                <a:spcPts val="0"/>
              </a:spcBef>
              <a:spcAft>
                <a:spcPts val="1570"/>
              </a:spcAft>
              <a:buChar char="•"/>
              <a:defRPr sz="2944" b="0">
                <a:solidFill>
                  <a:schemeClr val="tx1"/>
                </a:solidFill>
                <a:latin typeface="+mn-lt"/>
                <a:ea typeface="+mn-lt"/>
                <a:cs typeface="+mn-lt"/>
              </a:defRPr>
            </a:lvl3pPr>
            <a:lvl4pPr marL="1495425" indent="-299085" algn="l">
              <a:lnSpc>
                <a:spcPct val="110000"/>
              </a:lnSpc>
              <a:spcBef>
                <a:spcPts val="0"/>
              </a:spcBef>
              <a:spcAft>
                <a:spcPts val="1570"/>
              </a:spcAft>
              <a:buChar char="•"/>
              <a:defRPr sz="2944" b="0">
                <a:solidFill>
                  <a:schemeClr val="tx1"/>
                </a:solidFill>
                <a:latin typeface="+mn-lt"/>
                <a:ea typeface="+mn-lt"/>
                <a:cs typeface="+mn-lt"/>
              </a:defRPr>
            </a:lvl4pPr>
            <a:lvl5pPr marL="1894205" indent="-299085" algn="l">
              <a:lnSpc>
                <a:spcPct val="110000"/>
              </a:lnSpc>
              <a:spcBef>
                <a:spcPts val="0"/>
              </a:spcBef>
              <a:spcAft>
                <a:spcPts val="1570"/>
              </a:spcAft>
              <a:buChar char="•"/>
              <a:defRPr sz="2944" b="0">
                <a:solidFill>
                  <a:schemeClr val="tx1"/>
                </a:solidFill>
                <a:latin typeface="+mn-lt"/>
                <a:ea typeface="+mn-lt"/>
                <a:cs typeface="+mn-lt"/>
              </a:defRPr>
            </a:lvl5pPr>
            <a:lvl6pPr marL="2292985" indent="-299085" algn="l">
              <a:lnSpc>
                <a:spcPct val="110000"/>
              </a:lnSpc>
              <a:spcBef>
                <a:spcPts val="0"/>
              </a:spcBef>
              <a:spcAft>
                <a:spcPts val="1570"/>
              </a:spcAft>
              <a:buChar char="•"/>
              <a:defRPr sz="2944" b="0">
                <a:solidFill>
                  <a:schemeClr val="tx1"/>
                </a:solidFill>
                <a:latin typeface="+mn-lt"/>
                <a:ea typeface="+mn-lt"/>
                <a:cs typeface="+mn-lt"/>
              </a:defRPr>
            </a:lvl6pPr>
            <a:lvl7pPr marL="2691765" indent="-299085" algn="l">
              <a:lnSpc>
                <a:spcPct val="110000"/>
              </a:lnSpc>
              <a:spcBef>
                <a:spcPts val="0"/>
              </a:spcBef>
              <a:spcAft>
                <a:spcPts val="1570"/>
              </a:spcAft>
              <a:buChar char="•"/>
              <a:defRPr sz="2944" b="0">
                <a:solidFill>
                  <a:schemeClr val="tx1"/>
                </a:solidFill>
                <a:latin typeface="+mn-lt"/>
                <a:ea typeface="+mn-lt"/>
                <a:cs typeface="+mn-lt"/>
              </a:defRPr>
            </a:lvl7pPr>
            <a:lvl8pPr marL="3090545" indent="-299085" algn="l">
              <a:lnSpc>
                <a:spcPct val="110000"/>
              </a:lnSpc>
              <a:spcBef>
                <a:spcPts val="0"/>
              </a:spcBef>
              <a:spcAft>
                <a:spcPts val="1570"/>
              </a:spcAft>
              <a:buChar char="•"/>
              <a:defRPr sz="2944" b="0">
                <a:solidFill>
                  <a:schemeClr val="tx1"/>
                </a:solidFill>
                <a:latin typeface="+mn-lt"/>
                <a:ea typeface="+mn-lt"/>
                <a:cs typeface="+mn-lt"/>
              </a:defRPr>
            </a:lvl8pPr>
            <a:lvl9pPr marL="3489325" indent="-299085" algn="l">
              <a:lnSpc>
                <a:spcPct val="110000"/>
              </a:lnSpc>
              <a:spcBef>
                <a:spcPts val="0"/>
              </a:spcBef>
              <a:spcAft>
                <a:spcPts val="1570"/>
              </a:spcAft>
              <a:buChar char="•"/>
              <a:defRPr sz="2944"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37FBB11-AA6E-405D-BCE5-B3FEAA557387}"/>
              </a:ext>
            </a:extLst>
          </p:cNvPr>
          <p:cNvSpPr>
            <a:spLocks xmlns:a="http://schemas.openxmlformats.org/drawingml/2006/main" noGrp="1"/>
          </p:cNvSpPr>
          <p:nvPr>
            <p:ph type="title" idx="0"/>
          </p:nvPr>
        </p:nvSpPr>
        <p:spPr>
          <a:xfrm xmlns:a="http://schemas.openxmlformats.org/drawingml/2006/main">
            <a:off x="1099959" y="697865"/>
            <a:ext cx="17354907" cy="109664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318" b="1">
                <a:solidFill>
                  <a:schemeClr val="tx1"/>
                </a:solidFill>
                <a:latin typeface="+mj-lt"/>
                <a:ea typeface="+mj-lt"/>
                <a:cs typeface="+mj-lt"/>
              </a:defRPr>
            </a:defPPr>
            <a:lvl1pPr marL="0" indent="0" algn="l">
              <a:lnSpc>
                <a:spcPct val="110000"/>
              </a:lnSpc>
              <a:spcBef>
                <a:spcPts val="0"/>
              </a:spcBef>
              <a:spcAft>
                <a:spcPts val="0"/>
              </a:spcAft>
              <a:buNone/>
              <a:defRPr sz="4318" b="1">
                <a:solidFill>
                  <a:schemeClr val="tx1"/>
                </a:solidFill>
                <a:latin typeface="+mj-lt"/>
                <a:ea typeface="+mj-lt"/>
                <a:cs typeface="+mj-lt"/>
              </a:defRPr>
            </a:lvl1pPr>
            <a:lvl2pPr marL="0" indent="0" algn="l">
              <a:lnSpc>
                <a:spcPct val="110000"/>
              </a:lnSpc>
              <a:spcBef>
                <a:spcPts val="0"/>
              </a:spcBef>
              <a:spcAft>
                <a:spcPts val="0"/>
              </a:spcAft>
              <a:buNone/>
              <a:defRPr sz="4318" b="1">
                <a:solidFill>
                  <a:schemeClr val="tx1"/>
                </a:solidFill>
                <a:latin typeface="+mj-lt"/>
                <a:ea typeface="+mj-lt"/>
                <a:cs typeface="+mj-lt"/>
              </a:defRPr>
            </a:lvl2pPr>
            <a:lvl3pPr marL="0" indent="0" algn="l">
              <a:lnSpc>
                <a:spcPct val="110000"/>
              </a:lnSpc>
              <a:spcBef>
                <a:spcPts val="0"/>
              </a:spcBef>
              <a:spcAft>
                <a:spcPts val="0"/>
              </a:spcAft>
              <a:buNone/>
              <a:defRPr sz="4318" b="1">
                <a:solidFill>
                  <a:schemeClr val="tx1"/>
                </a:solidFill>
                <a:latin typeface="+mj-lt"/>
                <a:ea typeface="+mj-lt"/>
                <a:cs typeface="+mj-lt"/>
              </a:defRPr>
            </a:lvl3pPr>
            <a:lvl4pPr marL="0" indent="0" algn="l">
              <a:lnSpc>
                <a:spcPct val="110000"/>
              </a:lnSpc>
              <a:spcBef>
                <a:spcPts val="0"/>
              </a:spcBef>
              <a:spcAft>
                <a:spcPts val="0"/>
              </a:spcAft>
              <a:buNone/>
              <a:defRPr sz="4318" b="1">
                <a:solidFill>
                  <a:schemeClr val="tx1"/>
                </a:solidFill>
                <a:latin typeface="+mj-lt"/>
                <a:ea typeface="+mj-lt"/>
                <a:cs typeface="+mj-lt"/>
              </a:defRPr>
            </a:lvl4pPr>
            <a:lvl5pPr marL="0" indent="0" algn="l">
              <a:lnSpc>
                <a:spcPct val="110000"/>
              </a:lnSpc>
              <a:spcBef>
                <a:spcPts val="0"/>
              </a:spcBef>
              <a:spcAft>
                <a:spcPts val="0"/>
              </a:spcAft>
              <a:buNone/>
              <a:defRPr sz="4318" b="1">
                <a:solidFill>
                  <a:schemeClr val="tx1"/>
                </a:solidFill>
                <a:latin typeface="+mj-lt"/>
                <a:ea typeface="+mj-lt"/>
                <a:cs typeface="+mj-lt"/>
              </a:defRPr>
            </a:lvl5pPr>
            <a:lvl6pPr marL="0" indent="0" algn="l">
              <a:lnSpc>
                <a:spcPct val="110000"/>
              </a:lnSpc>
              <a:spcBef>
                <a:spcPts val="0"/>
              </a:spcBef>
              <a:spcAft>
                <a:spcPts val="0"/>
              </a:spcAft>
              <a:buNone/>
              <a:defRPr sz="4318" b="1">
                <a:solidFill>
                  <a:schemeClr val="tx1"/>
                </a:solidFill>
                <a:latin typeface="+mj-lt"/>
                <a:ea typeface="+mj-lt"/>
                <a:cs typeface="+mj-lt"/>
              </a:defRPr>
            </a:lvl6pPr>
            <a:lvl7pPr marL="0" indent="0" algn="l">
              <a:lnSpc>
                <a:spcPct val="110000"/>
              </a:lnSpc>
              <a:spcBef>
                <a:spcPts val="0"/>
              </a:spcBef>
              <a:spcAft>
                <a:spcPts val="0"/>
              </a:spcAft>
              <a:buNone/>
              <a:defRPr sz="4318" b="1">
                <a:solidFill>
                  <a:schemeClr val="tx1"/>
                </a:solidFill>
                <a:latin typeface="+mj-lt"/>
                <a:ea typeface="+mj-lt"/>
                <a:cs typeface="+mj-lt"/>
              </a:defRPr>
            </a:lvl7pPr>
            <a:lvl8pPr marL="0" indent="0" algn="l">
              <a:lnSpc>
                <a:spcPct val="110000"/>
              </a:lnSpc>
              <a:spcBef>
                <a:spcPts val="0"/>
              </a:spcBef>
              <a:spcAft>
                <a:spcPts val="0"/>
              </a:spcAft>
              <a:buNone/>
              <a:defRPr sz="4318" b="1">
                <a:solidFill>
                  <a:schemeClr val="tx1"/>
                </a:solidFill>
                <a:latin typeface="+mj-lt"/>
                <a:ea typeface="+mj-lt"/>
                <a:cs typeface="+mj-lt"/>
              </a:defRPr>
            </a:lvl8pPr>
            <a:lvl9pPr marL="0" indent="0" algn="l">
              <a:lnSpc>
                <a:spcPct val="110000"/>
              </a:lnSpc>
              <a:spcBef>
                <a:spcPts val="0"/>
              </a:spcBef>
              <a:spcAft>
                <a:spcPts val="0"/>
              </a:spcAft>
              <a:buNone/>
              <a:defRPr sz="4318"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1717F6A-D020-47EC-82C6-E453D6996E2B}"/>
              </a:ext>
            </a:extLst>
          </p:cNvPr>
          <p:cNvSpPr>
            <a:spLocks xmlns:a="http://schemas.openxmlformats.org/drawingml/2006/main" noGrp="1"/>
          </p:cNvSpPr>
          <p:nvPr>
            <p:ph type="body" idx="1"/>
          </p:nvPr>
        </p:nvSpPr>
        <p:spPr>
          <a:xfrm xmlns:a="http://schemas.openxmlformats.org/drawingml/2006/main">
            <a:off x="1099959" y="2492375"/>
            <a:ext cx="8066365" cy="558292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748" b="0">
                <a:solidFill>
                  <a:schemeClr val="tx1"/>
                </a:solidFill>
                <a:latin typeface="+mn-lt"/>
                <a:ea typeface="+mn-lt"/>
                <a:cs typeface="+mn-lt"/>
              </a:defRPr>
            </a:defPPr>
            <a:lvl1pPr marL="299085" indent="-299085" algn="l">
              <a:lnSpc>
                <a:spcPct val="110000"/>
              </a:lnSpc>
              <a:spcBef>
                <a:spcPts val="0"/>
              </a:spcBef>
              <a:spcAft>
                <a:spcPts val="1570"/>
              </a:spcAft>
              <a:buChar char="•"/>
              <a:defRPr sz="2748" b="0">
                <a:solidFill>
                  <a:schemeClr val="tx1"/>
                </a:solidFill>
                <a:latin typeface="+mn-lt"/>
                <a:ea typeface="+mn-lt"/>
                <a:cs typeface="+mn-lt"/>
              </a:defRPr>
            </a:lvl1pPr>
            <a:lvl2pPr marL="697865" indent="-299085" algn="l">
              <a:lnSpc>
                <a:spcPct val="110000"/>
              </a:lnSpc>
              <a:spcBef>
                <a:spcPts val="0"/>
              </a:spcBef>
              <a:spcAft>
                <a:spcPts val="1570"/>
              </a:spcAft>
              <a:buChar char="•"/>
              <a:defRPr sz="2748" b="0">
                <a:solidFill>
                  <a:schemeClr val="tx1"/>
                </a:solidFill>
                <a:latin typeface="+mn-lt"/>
                <a:ea typeface="+mn-lt"/>
                <a:cs typeface="+mn-lt"/>
              </a:defRPr>
            </a:lvl2pPr>
            <a:lvl3pPr marL="1096645" indent="-299085" algn="l">
              <a:lnSpc>
                <a:spcPct val="110000"/>
              </a:lnSpc>
              <a:spcBef>
                <a:spcPts val="0"/>
              </a:spcBef>
              <a:spcAft>
                <a:spcPts val="1570"/>
              </a:spcAft>
              <a:buChar char="•"/>
              <a:defRPr sz="2748" b="0">
                <a:solidFill>
                  <a:schemeClr val="tx1"/>
                </a:solidFill>
                <a:latin typeface="+mn-lt"/>
                <a:ea typeface="+mn-lt"/>
                <a:cs typeface="+mn-lt"/>
              </a:defRPr>
            </a:lvl3pPr>
            <a:lvl4pPr marL="1495425" indent="-299085" algn="l">
              <a:lnSpc>
                <a:spcPct val="110000"/>
              </a:lnSpc>
              <a:spcBef>
                <a:spcPts val="0"/>
              </a:spcBef>
              <a:spcAft>
                <a:spcPts val="1570"/>
              </a:spcAft>
              <a:buChar char="•"/>
              <a:defRPr sz="2748" b="0">
                <a:solidFill>
                  <a:schemeClr val="tx1"/>
                </a:solidFill>
                <a:latin typeface="+mn-lt"/>
                <a:ea typeface="+mn-lt"/>
                <a:cs typeface="+mn-lt"/>
              </a:defRPr>
            </a:lvl4pPr>
            <a:lvl5pPr marL="1894205" indent="-299085" algn="l">
              <a:lnSpc>
                <a:spcPct val="110000"/>
              </a:lnSpc>
              <a:spcBef>
                <a:spcPts val="0"/>
              </a:spcBef>
              <a:spcAft>
                <a:spcPts val="1570"/>
              </a:spcAft>
              <a:buChar char="•"/>
              <a:defRPr sz="2748" b="0">
                <a:solidFill>
                  <a:schemeClr val="tx1"/>
                </a:solidFill>
                <a:latin typeface="+mn-lt"/>
                <a:ea typeface="+mn-lt"/>
                <a:cs typeface="+mn-lt"/>
              </a:defRPr>
            </a:lvl5pPr>
            <a:lvl6pPr marL="2292985" indent="-299085" algn="l">
              <a:lnSpc>
                <a:spcPct val="110000"/>
              </a:lnSpc>
              <a:spcBef>
                <a:spcPts val="0"/>
              </a:spcBef>
              <a:spcAft>
                <a:spcPts val="1570"/>
              </a:spcAft>
              <a:buChar char="•"/>
              <a:defRPr sz="2748" b="0">
                <a:solidFill>
                  <a:schemeClr val="tx1"/>
                </a:solidFill>
                <a:latin typeface="+mn-lt"/>
                <a:ea typeface="+mn-lt"/>
                <a:cs typeface="+mn-lt"/>
              </a:defRPr>
            </a:lvl6pPr>
            <a:lvl7pPr marL="2691765" indent="-299085" algn="l">
              <a:lnSpc>
                <a:spcPct val="110000"/>
              </a:lnSpc>
              <a:spcBef>
                <a:spcPts val="0"/>
              </a:spcBef>
              <a:spcAft>
                <a:spcPts val="1570"/>
              </a:spcAft>
              <a:buChar char="•"/>
              <a:defRPr sz="2748" b="0">
                <a:solidFill>
                  <a:schemeClr val="tx1"/>
                </a:solidFill>
                <a:latin typeface="+mn-lt"/>
                <a:ea typeface="+mn-lt"/>
                <a:cs typeface="+mn-lt"/>
              </a:defRPr>
            </a:lvl7pPr>
            <a:lvl8pPr marL="3090545" indent="-299085" algn="l">
              <a:lnSpc>
                <a:spcPct val="110000"/>
              </a:lnSpc>
              <a:spcBef>
                <a:spcPts val="0"/>
              </a:spcBef>
              <a:spcAft>
                <a:spcPts val="1570"/>
              </a:spcAft>
              <a:buChar char="•"/>
              <a:defRPr sz="2748" b="0">
                <a:solidFill>
                  <a:schemeClr val="tx1"/>
                </a:solidFill>
                <a:latin typeface="+mn-lt"/>
                <a:ea typeface="+mn-lt"/>
                <a:cs typeface="+mn-lt"/>
              </a:defRPr>
            </a:lvl8pPr>
            <a:lvl9pPr marL="3489325" indent="-299085" algn="l">
              <a:lnSpc>
                <a:spcPct val="110000"/>
              </a:lnSpc>
              <a:spcBef>
                <a:spcPts val="0"/>
              </a:spcBef>
              <a:spcAft>
                <a:spcPts val="1570"/>
              </a:spcAft>
              <a:buChar char="•"/>
              <a:defRPr sz="2748"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1A7829C-9ACE-4C7D-963D-F98373C7290B}"/>
              </a:ext>
            </a:extLst>
          </p:cNvPr>
          <p:cNvSpPr>
            <a:spLocks xmlns:a="http://schemas.openxmlformats.org/drawingml/2006/main" noGrp="1"/>
          </p:cNvSpPr>
          <p:nvPr>
            <p:ph type="body" idx="2"/>
          </p:nvPr>
        </p:nvSpPr>
        <p:spPr>
          <a:xfrm xmlns:a="http://schemas.openxmlformats.org/drawingml/2006/main">
            <a:off x="10388501" y="2492375"/>
            <a:ext cx="8066365" cy="558292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748" b="0">
                <a:solidFill>
                  <a:schemeClr val="tx1"/>
                </a:solidFill>
                <a:latin typeface="+mn-lt"/>
                <a:ea typeface="+mn-lt"/>
                <a:cs typeface="+mn-lt"/>
              </a:defRPr>
            </a:defPPr>
            <a:lvl1pPr marL="299085" indent="-299085" algn="l">
              <a:lnSpc>
                <a:spcPct val="110000"/>
              </a:lnSpc>
              <a:spcBef>
                <a:spcPts val="0"/>
              </a:spcBef>
              <a:spcAft>
                <a:spcPts val="1570"/>
              </a:spcAft>
              <a:buChar char="•"/>
              <a:defRPr sz="2748" b="0">
                <a:solidFill>
                  <a:schemeClr val="tx1"/>
                </a:solidFill>
                <a:latin typeface="+mn-lt"/>
                <a:ea typeface="+mn-lt"/>
                <a:cs typeface="+mn-lt"/>
              </a:defRPr>
            </a:lvl1pPr>
            <a:lvl2pPr marL="697865" indent="-299085" algn="l">
              <a:lnSpc>
                <a:spcPct val="110000"/>
              </a:lnSpc>
              <a:spcBef>
                <a:spcPts val="0"/>
              </a:spcBef>
              <a:spcAft>
                <a:spcPts val="1570"/>
              </a:spcAft>
              <a:buChar char="•"/>
              <a:defRPr sz="2748" b="0">
                <a:solidFill>
                  <a:schemeClr val="tx1"/>
                </a:solidFill>
                <a:latin typeface="+mn-lt"/>
                <a:ea typeface="+mn-lt"/>
                <a:cs typeface="+mn-lt"/>
              </a:defRPr>
            </a:lvl2pPr>
            <a:lvl3pPr marL="1096645" indent="-299085" algn="l">
              <a:lnSpc>
                <a:spcPct val="110000"/>
              </a:lnSpc>
              <a:spcBef>
                <a:spcPts val="0"/>
              </a:spcBef>
              <a:spcAft>
                <a:spcPts val="1570"/>
              </a:spcAft>
              <a:buChar char="•"/>
              <a:defRPr sz="2748" b="0">
                <a:solidFill>
                  <a:schemeClr val="tx1"/>
                </a:solidFill>
                <a:latin typeface="+mn-lt"/>
                <a:ea typeface="+mn-lt"/>
                <a:cs typeface="+mn-lt"/>
              </a:defRPr>
            </a:lvl3pPr>
            <a:lvl4pPr marL="1495425" indent="-299085" algn="l">
              <a:lnSpc>
                <a:spcPct val="110000"/>
              </a:lnSpc>
              <a:spcBef>
                <a:spcPts val="0"/>
              </a:spcBef>
              <a:spcAft>
                <a:spcPts val="1570"/>
              </a:spcAft>
              <a:buChar char="•"/>
              <a:defRPr sz="2748" b="0">
                <a:solidFill>
                  <a:schemeClr val="tx1"/>
                </a:solidFill>
                <a:latin typeface="+mn-lt"/>
                <a:ea typeface="+mn-lt"/>
                <a:cs typeface="+mn-lt"/>
              </a:defRPr>
            </a:lvl4pPr>
            <a:lvl5pPr marL="1894205" indent="-299085" algn="l">
              <a:lnSpc>
                <a:spcPct val="110000"/>
              </a:lnSpc>
              <a:spcBef>
                <a:spcPts val="0"/>
              </a:spcBef>
              <a:spcAft>
                <a:spcPts val="1570"/>
              </a:spcAft>
              <a:buChar char="•"/>
              <a:defRPr sz="2748" b="0">
                <a:solidFill>
                  <a:schemeClr val="tx1"/>
                </a:solidFill>
                <a:latin typeface="+mn-lt"/>
                <a:ea typeface="+mn-lt"/>
                <a:cs typeface="+mn-lt"/>
              </a:defRPr>
            </a:lvl5pPr>
            <a:lvl6pPr marL="2292985" indent="-299085" algn="l">
              <a:lnSpc>
                <a:spcPct val="110000"/>
              </a:lnSpc>
              <a:spcBef>
                <a:spcPts val="0"/>
              </a:spcBef>
              <a:spcAft>
                <a:spcPts val="1570"/>
              </a:spcAft>
              <a:buChar char="•"/>
              <a:defRPr sz="2748" b="0">
                <a:solidFill>
                  <a:schemeClr val="tx1"/>
                </a:solidFill>
                <a:latin typeface="+mn-lt"/>
                <a:ea typeface="+mn-lt"/>
                <a:cs typeface="+mn-lt"/>
              </a:defRPr>
            </a:lvl6pPr>
            <a:lvl7pPr marL="2691765" indent="-299085" algn="l">
              <a:lnSpc>
                <a:spcPct val="110000"/>
              </a:lnSpc>
              <a:spcBef>
                <a:spcPts val="0"/>
              </a:spcBef>
              <a:spcAft>
                <a:spcPts val="1570"/>
              </a:spcAft>
              <a:buChar char="•"/>
              <a:defRPr sz="2748" b="0">
                <a:solidFill>
                  <a:schemeClr val="tx1"/>
                </a:solidFill>
                <a:latin typeface="+mn-lt"/>
                <a:ea typeface="+mn-lt"/>
                <a:cs typeface="+mn-lt"/>
              </a:defRPr>
            </a:lvl7pPr>
            <a:lvl8pPr marL="3090545" indent="-299085" algn="l">
              <a:lnSpc>
                <a:spcPct val="110000"/>
              </a:lnSpc>
              <a:spcBef>
                <a:spcPts val="0"/>
              </a:spcBef>
              <a:spcAft>
                <a:spcPts val="1570"/>
              </a:spcAft>
              <a:buChar char="•"/>
              <a:defRPr sz="2748" b="0">
                <a:solidFill>
                  <a:schemeClr val="tx1"/>
                </a:solidFill>
                <a:latin typeface="+mn-lt"/>
                <a:ea typeface="+mn-lt"/>
                <a:cs typeface="+mn-lt"/>
              </a:defRPr>
            </a:lvl8pPr>
            <a:lvl9pPr marL="3489325" indent="-299085" algn="l">
              <a:lnSpc>
                <a:spcPct val="110000"/>
              </a:lnSpc>
              <a:spcBef>
                <a:spcPts val="0"/>
              </a:spcBef>
              <a:spcAft>
                <a:spcPts val="1570"/>
              </a:spcAft>
              <a:buChar char="•"/>
              <a:defRPr sz="2748"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20B05DC-C2D3-424E-8067-92A961E3819C}"/>
              </a:ext>
            </a:extLst>
          </p:cNvPr>
          <p:cNvSpPr>
            <a:spLocks xmlns:a="http://schemas.openxmlformats.org/drawingml/2006/main" noGrp="1"/>
          </p:cNvSpPr>
          <p:nvPr>
            <p:ph type="title" idx="0"/>
          </p:nvPr>
        </p:nvSpPr>
        <p:spPr>
          <a:xfrm xmlns:a="http://schemas.openxmlformats.org/drawingml/2006/main">
            <a:off x="1099959" y="697865"/>
            <a:ext cx="17354907" cy="1096645"/>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318" b="1">
                <a:solidFill>
                  <a:schemeClr val="tx1"/>
                </a:solidFill>
                <a:latin typeface="+mj-lt"/>
                <a:ea typeface="+mj-lt"/>
                <a:cs typeface="+mj-lt"/>
              </a:defRPr>
            </a:defPPr>
            <a:lvl1pPr marL="0" indent="0" algn="l">
              <a:lnSpc>
                <a:spcPct val="110000"/>
              </a:lnSpc>
              <a:spcBef>
                <a:spcPts val="0"/>
              </a:spcBef>
              <a:spcAft>
                <a:spcPts val="0"/>
              </a:spcAft>
              <a:buNone/>
              <a:defRPr sz="4318" b="1">
                <a:solidFill>
                  <a:schemeClr val="tx1"/>
                </a:solidFill>
                <a:latin typeface="+mj-lt"/>
                <a:ea typeface="+mj-lt"/>
                <a:cs typeface="+mj-lt"/>
              </a:defRPr>
            </a:lvl1pPr>
            <a:lvl2pPr marL="0" indent="0" algn="l">
              <a:lnSpc>
                <a:spcPct val="110000"/>
              </a:lnSpc>
              <a:spcBef>
                <a:spcPts val="0"/>
              </a:spcBef>
              <a:spcAft>
                <a:spcPts val="0"/>
              </a:spcAft>
              <a:buNone/>
              <a:defRPr sz="4318" b="1">
                <a:solidFill>
                  <a:schemeClr val="tx1"/>
                </a:solidFill>
                <a:latin typeface="+mj-lt"/>
                <a:ea typeface="+mj-lt"/>
                <a:cs typeface="+mj-lt"/>
              </a:defRPr>
            </a:lvl2pPr>
            <a:lvl3pPr marL="0" indent="0" algn="l">
              <a:lnSpc>
                <a:spcPct val="110000"/>
              </a:lnSpc>
              <a:spcBef>
                <a:spcPts val="0"/>
              </a:spcBef>
              <a:spcAft>
                <a:spcPts val="0"/>
              </a:spcAft>
              <a:buNone/>
              <a:defRPr sz="4318" b="1">
                <a:solidFill>
                  <a:schemeClr val="tx1"/>
                </a:solidFill>
                <a:latin typeface="+mj-lt"/>
                <a:ea typeface="+mj-lt"/>
                <a:cs typeface="+mj-lt"/>
              </a:defRPr>
            </a:lvl3pPr>
            <a:lvl4pPr marL="0" indent="0" algn="l">
              <a:lnSpc>
                <a:spcPct val="110000"/>
              </a:lnSpc>
              <a:spcBef>
                <a:spcPts val="0"/>
              </a:spcBef>
              <a:spcAft>
                <a:spcPts val="0"/>
              </a:spcAft>
              <a:buNone/>
              <a:defRPr sz="4318" b="1">
                <a:solidFill>
                  <a:schemeClr val="tx1"/>
                </a:solidFill>
                <a:latin typeface="+mj-lt"/>
                <a:ea typeface="+mj-lt"/>
                <a:cs typeface="+mj-lt"/>
              </a:defRPr>
            </a:lvl4pPr>
            <a:lvl5pPr marL="0" indent="0" algn="l">
              <a:lnSpc>
                <a:spcPct val="110000"/>
              </a:lnSpc>
              <a:spcBef>
                <a:spcPts val="0"/>
              </a:spcBef>
              <a:spcAft>
                <a:spcPts val="0"/>
              </a:spcAft>
              <a:buNone/>
              <a:defRPr sz="4318" b="1">
                <a:solidFill>
                  <a:schemeClr val="tx1"/>
                </a:solidFill>
                <a:latin typeface="+mj-lt"/>
                <a:ea typeface="+mj-lt"/>
                <a:cs typeface="+mj-lt"/>
              </a:defRPr>
            </a:lvl5pPr>
            <a:lvl6pPr marL="0" indent="0" algn="l">
              <a:lnSpc>
                <a:spcPct val="110000"/>
              </a:lnSpc>
              <a:spcBef>
                <a:spcPts val="0"/>
              </a:spcBef>
              <a:spcAft>
                <a:spcPts val="0"/>
              </a:spcAft>
              <a:buNone/>
              <a:defRPr sz="4318" b="1">
                <a:solidFill>
                  <a:schemeClr val="tx1"/>
                </a:solidFill>
                <a:latin typeface="+mj-lt"/>
                <a:ea typeface="+mj-lt"/>
                <a:cs typeface="+mj-lt"/>
              </a:defRPr>
            </a:lvl6pPr>
            <a:lvl7pPr marL="0" indent="0" algn="l">
              <a:lnSpc>
                <a:spcPct val="110000"/>
              </a:lnSpc>
              <a:spcBef>
                <a:spcPts val="0"/>
              </a:spcBef>
              <a:spcAft>
                <a:spcPts val="0"/>
              </a:spcAft>
              <a:buNone/>
              <a:defRPr sz="4318" b="1">
                <a:solidFill>
                  <a:schemeClr val="tx1"/>
                </a:solidFill>
                <a:latin typeface="+mj-lt"/>
                <a:ea typeface="+mj-lt"/>
                <a:cs typeface="+mj-lt"/>
              </a:defRPr>
            </a:lvl7pPr>
            <a:lvl8pPr marL="0" indent="0" algn="l">
              <a:lnSpc>
                <a:spcPct val="110000"/>
              </a:lnSpc>
              <a:spcBef>
                <a:spcPts val="0"/>
              </a:spcBef>
              <a:spcAft>
                <a:spcPts val="0"/>
              </a:spcAft>
              <a:buNone/>
              <a:defRPr sz="4318" b="1">
                <a:solidFill>
                  <a:schemeClr val="tx1"/>
                </a:solidFill>
                <a:latin typeface="+mj-lt"/>
                <a:ea typeface="+mj-lt"/>
                <a:cs typeface="+mj-lt"/>
              </a:defRPr>
            </a:lvl8pPr>
            <a:lvl9pPr marL="0" indent="0" algn="l">
              <a:lnSpc>
                <a:spcPct val="110000"/>
              </a:lnSpc>
              <a:spcBef>
                <a:spcPts val="0"/>
              </a:spcBef>
              <a:spcAft>
                <a:spcPts val="0"/>
              </a:spcAft>
              <a:buNone/>
              <a:defRPr sz="4318"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A028A3B-1570-4903-94B5-F6B532EA457E}"/>
              </a:ext>
            </a:extLst>
          </p:cNvPr>
          <p:cNvSpPr>
            <a:spLocks xmlns:a="http://schemas.openxmlformats.org/drawingml/2006/main" noGrp="1"/>
          </p:cNvSpPr>
          <p:nvPr>
            <p:ph type="body" idx="1"/>
          </p:nvPr>
        </p:nvSpPr>
        <p:spPr>
          <a:xfrm xmlns:a="http://schemas.openxmlformats.org/drawingml/2006/main">
            <a:off x="1099959" y="2492375"/>
            <a:ext cx="8066365" cy="558292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944" b="0">
                <a:solidFill>
                  <a:schemeClr val="tx1"/>
                </a:solidFill>
                <a:latin typeface="+mn-lt"/>
                <a:ea typeface="+mn-lt"/>
                <a:cs typeface="+mn-lt"/>
              </a:defRPr>
            </a:defPPr>
            <a:lvl1pPr marL="299085" indent="-299085" algn="l">
              <a:lnSpc>
                <a:spcPct val="110000"/>
              </a:lnSpc>
              <a:spcBef>
                <a:spcPts val="0"/>
              </a:spcBef>
              <a:spcAft>
                <a:spcPts val="1570"/>
              </a:spcAft>
              <a:buChar char="•"/>
              <a:defRPr sz="2944" b="0">
                <a:solidFill>
                  <a:schemeClr val="tx1"/>
                </a:solidFill>
                <a:latin typeface="+mn-lt"/>
                <a:ea typeface="+mn-lt"/>
                <a:cs typeface="+mn-lt"/>
              </a:defRPr>
            </a:lvl1pPr>
            <a:lvl2pPr marL="697865" indent="-299085" algn="l">
              <a:lnSpc>
                <a:spcPct val="110000"/>
              </a:lnSpc>
              <a:spcBef>
                <a:spcPts val="0"/>
              </a:spcBef>
              <a:spcAft>
                <a:spcPts val="1570"/>
              </a:spcAft>
              <a:buChar char="•"/>
              <a:defRPr sz="2944" b="0">
                <a:solidFill>
                  <a:schemeClr val="tx1"/>
                </a:solidFill>
                <a:latin typeface="+mn-lt"/>
                <a:ea typeface="+mn-lt"/>
                <a:cs typeface="+mn-lt"/>
              </a:defRPr>
            </a:lvl2pPr>
            <a:lvl3pPr marL="1096645" indent="-299085" algn="l">
              <a:lnSpc>
                <a:spcPct val="110000"/>
              </a:lnSpc>
              <a:spcBef>
                <a:spcPts val="0"/>
              </a:spcBef>
              <a:spcAft>
                <a:spcPts val="1570"/>
              </a:spcAft>
              <a:buChar char="•"/>
              <a:defRPr sz="2944" b="0">
                <a:solidFill>
                  <a:schemeClr val="tx1"/>
                </a:solidFill>
                <a:latin typeface="+mn-lt"/>
                <a:ea typeface="+mn-lt"/>
                <a:cs typeface="+mn-lt"/>
              </a:defRPr>
            </a:lvl3pPr>
            <a:lvl4pPr marL="1495425" indent="-299085" algn="l">
              <a:lnSpc>
                <a:spcPct val="110000"/>
              </a:lnSpc>
              <a:spcBef>
                <a:spcPts val="0"/>
              </a:spcBef>
              <a:spcAft>
                <a:spcPts val="1570"/>
              </a:spcAft>
              <a:buChar char="•"/>
              <a:defRPr sz="2944" b="0">
                <a:solidFill>
                  <a:schemeClr val="tx1"/>
                </a:solidFill>
                <a:latin typeface="+mn-lt"/>
                <a:ea typeface="+mn-lt"/>
                <a:cs typeface="+mn-lt"/>
              </a:defRPr>
            </a:lvl4pPr>
            <a:lvl5pPr marL="1894205" indent="-299085" algn="l">
              <a:lnSpc>
                <a:spcPct val="110000"/>
              </a:lnSpc>
              <a:spcBef>
                <a:spcPts val="0"/>
              </a:spcBef>
              <a:spcAft>
                <a:spcPts val="1570"/>
              </a:spcAft>
              <a:buChar char="•"/>
              <a:defRPr sz="2944" b="0">
                <a:solidFill>
                  <a:schemeClr val="tx1"/>
                </a:solidFill>
                <a:latin typeface="+mn-lt"/>
                <a:ea typeface="+mn-lt"/>
                <a:cs typeface="+mn-lt"/>
              </a:defRPr>
            </a:lvl5pPr>
            <a:lvl6pPr marL="2292985" indent="-299085" algn="l">
              <a:lnSpc>
                <a:spcPct val="110000"/>
              </a:lnSpc>
              <a:spcBef>
                <a:spcPts val="0"/>
              </a:spcBef>
              <a:spcAft>
                <a:spcPts val="1570"/>
              </a:spcAft>
              <a:buChar char="•"/>
              <a:defRPr sz="2944" b="0">
                <a:solidFill>
                  <a:schemeClr val="tx1"/>
                </a:solidFill>
                <a:latin typeface="+mn-lt"/>
                <a:ea typeface="+mn-lt"/>
                <a:cs typeface="+mn-lt"/>
              </a:defRPr>
            </a:lvl6pPr>
            <a:lvl7pPr marL="2691765" indent="-299085" algn="l">
              <a:lnSpc>
                <a:spcPct val="110000"/>
              </a:lnSpc>
              <a:spcBef>
                <a:spcPts val="0"/>
              </a:spcBef>
              <a:spcAft>
                <a:spcPts val="1570"/>
              </a:spcAft>
              <a:buChar char="•"/>
              <a:defRPr sz="2944" b="0">
                <a:solidFill>
                  <a:schemeClr val="tx1"/>
                </a:solidFill>
                <a:latin typeface="+mn-lt"/>
                <a:ea typeface="+mn-lt"/>
                <a:cs typeface="+mn-lt"/>
              </a:defRPr>
            </a:lvl7pPr>
            <a:lvl8pPr marL="3090545" indent="-299085" algn="l">
              <a:lnSpc>
                <a:spcPct val="110000"/>
              </a:lnSpc>
              <a:spcBef>
                <a:spcPts val="0"/>
              </a:spcBef>
              <a:spcAft>
                <a:spcPts val="1570"/>
              </a:spcAft>
              <a:buChar char="•"/>
              <a:defRPr sz="2944" b="0">
                <a:solidFill>
                  <a:schemeClr val="tx1"/>
                </a:solidFill>
                <a:latin typeface="+mn-lt"/>
                <a:ea typeface="+mn-lt"/>
                <a:cs typeface="+mn-lt"/>
              </a:defRPr>
            </a:lvl8pPr>
            <a:lvl9pPr marL="3489325" indent="-299085" algn="l">
              <a:lnSpc>
                <a:spcPct val="110000"/>
              </a:lnSpc>
              <a:spcBef>
                <a:spcPts val="0"/>
              </a:spcBef>
              <a:spcAft>
                <a:spcPts val="1570"/>
              </a:spcAft>
              <a:buChar char="•"/>
              <a:defRPr sz="2944"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aa2d6fcda824cc3" /><Relationship Type="http://schemas.openxmlformats.org/officeDocument/2006/relationships/slideLayout" Target="/ppt/slideLayouts/slideLayout1.xml" Id="R614622d59c8c4007" /><Relationship Type="http://schemas.openxmlformats.org/officeDocument/2006/relationships/slideLayout" Target="/ppt/slideLayouts/slideLayout2.xml" Id="Rb90ed351640e4dc5" /><Relationship Type="http://schemas.openxmlformats.org/officeDocument/2006/relationships/slideLayout" Target="/ppt/slideLayouts/slideLayout3.xml" Id="R54e562464e9043d8" /><Relationship Type="http://schemas.openxmlformats.org/officeDocument/2006/relationships/slideLayout" Target="/ppt/slideLayouts/slideLayout4.xml" Id="Rc9f0fc6cc6ed48fd" /><Relationship Type="http://schemas.openxmlformats.org/officeDocument/2006/relationships/slideLayout" Target="/ppt/slideLayouts/slideLayout5.xml" Id="Rf2ff1eb191f746d3" /><Relationship Type="http://schemas.openxmlformats.org/officeDocument/2006/relationships/slideLayout" Target="/ppt/slideLayouts/slideLayout6.xml" Id="R30874fd607cf436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14622d59c8c4007"/>
    <p:sldLayoutId xmlns:r="http://schemas.openxmlformats.org/officeDocument/2006/relationships" id="2147483650" r:id="Rb90ed351640e4dc5"/>
    <p:sldLayoutId xmlns:r="http://schemas.openxmlformats.org/officeDocument/2006/relationships" id="2147483651" r:id="R54e562464e9043d8"/>
    <p:sldLayoutId xmlns:r="http://schemas.openxmlformats.org/officeDocument/2006/relationships" id="2147483652" r:id="Rc9f0fc6cc6ed48fd"/>
    <p:sldLayoutId xmlns:r="http://schemas.openxmlformats.org/officeDocument/2006/relationships" id="2147483653" r:id="Rf2ff1eb191f746d3"/>
    <p:sldLayoutId xmlns:r="http://schemas.openxmlformats.org/officeDocument/2006/relationships" id="2147483654" r:id="R30874fd607cf436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cf0b8caeb8e437e" /><Relationship Type="http://schemas.openxmlformats.org/officeDocument/2006/relationships/image" Target="/ppt/media/image.png" Id="R40099419daac460e" /><Relationship Type="http://schemas.openxmlformats.org/officeDocument/2006/relationships/image" Target="/ppt/media/image2.png" Id="Rb151afacfc1c453b" /><Relationship Type="http://schemas.openxmlformats.org/officeDocument/2006/relationships/image" Target="/ppt/media/image3.png" Id="R3990c1982309401d" /><Relationship Type="http://schemas.openxmlformats.org/officeDocument/2006/relationships/image" Target="/ppt/media/image4.png" Id="Rd582ba3fcef347c5" /><Relationship Type="http://schemas.openxmlformats.org/officeDocument/2006/relationships/image" Target="/ppt/media/image5.png" Id="R39f972e17a4e48eb" /><Relationship Type="http://schemas.openxmlformats.org/officeDocument/2006/relationships/image" Target="/ppt/media/image6.png" Id="R87e264ab310e48bb" /><Relationship Type="http://schemas.openxmlformats.org/officeDocument/2006/relationships/image" Target="/ppt/media/image7.png" Id="R84242027f570479f" /><Relationship Type="http://schemas.openxmlformats.org/officeDocument/2006/relationships/image" Target="/ppt/media/image8.png" Id="R0f05497ed0cf43f7" /><Relationship Type="http://schemas.openxmlformats.org/officeDocument/2006/relationships/image" Target="/ppt/media/image9.png" Id="R7a003ae6d8eb4899" /><Relationship Type="http://schemas.openxmlformats.org/officeDocument/2006/relationships/image" Target="/ppt/media/image10.png" Id="R446cfef2e9d94be8" /><Relationship Type="http://schemas.openxmlformats.org/officeDocument/2006/relationships/notesSlide" Target="/ppt/notesSlides/notesSlide1.xml" Id="Re4dea20602ae436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0" name="Panel A">
            <a:extLst xmlns:a="http://schemas.openxmlformats.org/drawingml/2006/main">
              <a:ext uri="{FF2B5EF4-FFF2-40B4-BE49-F238E27FC236}">
                <a16:creationId xmlns:a16="http://schemas.microsoft.com/office/drawing/2014/main" id="{39158411-8865-4836-9136-80B3141E1FA1}"/>
              </a:ext>
            </a:extLst>
          </p:cNvPr>
          <p:cNvSpPr>
            <a:spLocks xmlns:a="http://schemas.openxmlformats.org/drawingml/2006/main" noGrp="1"/>
          </p:cNvSpPr>
          <p:nvPr/>
        </p:nvSpPr>
        <p:spPr>
          <a:xfrm xmlns:a="http://schemas.openxmlformats.org/drawingml/2006/main" rot="0">
            <a:off x="0" y="0"/>
            <a:ext cx="361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1">
                <a:solidFill>
                  <a:srgbClr val="000000"/>
                </a:solidFill>
                <a:latin typeface="Arial"/>
                <a:ea typeface="Arial"/>
                <a:cs typeface="Arial"/>
              </a:defRPr>
            </a:defPPr>
            <a:lvl1pPr algn="l">
              <a:defRPr sz="2325" b="1">
                <a:solidFill>
                  <a:srgbClr val="000000"/>
                </a:solidFill>
                <a:latin typeface="Arial"/>
                <a:ea typeface="Arial"/>
                <a:cs typeface="Arial"/>
              </a:defRPr>
            </a:lvl1pPr>
            <a:lvl2pPr algn="l">
              <a:defRPr sz="2325" b="1">
                <a:solidFill>
                  <a:srgbClr val="000000"/>
                </a:solidFill>
                <a:latin typeface="Arial"/>
                <a:ea typeface="Arial"/>
                <a:cs typeface="Arial"/>
              </a:defRPr>
            </a:lvl2pPr>
            <a:lvl3pPr algn="l">
              <a:defRPr sz="2325" b="1">
                <a:solidFill>
                  <a:srgbClr val="000000"/>
                </a:solidFill>
                <a:latin typeface="Arial"/>
                <a:ea typeface="Arial"/>
                <a:cs typeface="Arial"/>
              </a:defRPr>
            </a:lvl3pPr>
            <a:lvl4pPr algn="l">
              <a:defRPr sz="2325" b="1">
                <a:solidFill>
                  <a:srgbClr val="000000"/>
                </a:solidFill>
                <a:latin typeface="Arial"/>
                <a:ea typeface="Arial"/>
                <a:cs typeface="Arial"/>
              </a:defRPr>
            </a:lvl4pPr>
            <a:lvl5pPr algn="l">
              <a:defRPr sz="2325" b="1">
                <a:solidFill>
                  <a:srgbClr val="000000"/>
                </a:solidFill>
                <a:latin typeface="Arial"/>
                <a:ea typeface="Arial"/>
                <a:cs typeface="Arial"/>
              </a:defRPr>
            </a:lvl5pPr>
            <a:lvl6pPr algn="l">
              <a:defRPr sz="2325" b="1">
                <a:solidFill>
                  <a:srgbClr val="000000"/>
                </a:solidFill>
                <a:latin typeface="Arial"/>
                <a:ea typeface="Arial"/>
                <a:cs typeface="Arial"/>
              </a:defRPr>
            </a:lvl6pPr>
            <a:lvl7pPr algn="l">
              <a:defRPr sz="2325" b="1">
                <a:solidFill>
                  <a:srgbClr val="000000"/>
                </a:solidFill>
                <a:latin typeface="Arial"/>
                <a:ea typeface="Arial"/>
                <a:cs typeface="Arial"/>
              </a:defRPr>
            </a:lvl7pPr>
            <a:lvl8pPr algn="l">
              <a:defRPr sz="2325" b="1">
                <a:solidFill>
                  <a:srgbClr val="000000"/>
                </a:solidFill>
                <a:latin typeface="Arial"/>
                <a:ea typeface="Arial"/>
                <a:cs typeface="Arial"/>
              </a:defRPr>
            </a:lvl8pPr>
            <a:lvl9pPr algn="l">
              <a:defRPr sz="2325" b="1">
                <a:solidFill>
                  <a:srgbClr val="000000"/>
                </a:solidFill>
                <a:latin typeface="Arial"/>
                <a:ea typeface="Arial"/>
                <a:cs typeface="Arial"/>
              </a:defRPr>
            </a:lvl9pPr>
          </a:lstStyle>
          <a:p xmlns:a="http://schemas.openxmlformats.org/drawingml/2006/main">
            <a:pPr algn="l">
              <a:defRPr sz="2325" b="1">
                <a:solidFill>
                  <a:srgbClr val="000000"/>
                </a:solidFill>
                <a:latin typeface="Arial"/>
                <a:ea typeface="Arial"/>
                <a:cs typeface="Arial"/>
              </a:defRPr>
            </a:pPr>
            <a:r>
              <a:rPr sz="2325" b="1">
                <a:solidFill>
                  <a:srgbClr val="000000"/>
                </a:solidFill>
                <a:latin typeface="Arial"/>
                <a:ea typeface="Arial"/>
                <a:cs typeface="Arial"/>
              </a:rPr>
              <a:t>A</a:t>
            </a:r>
          </a:p>
        </p:txBody>
      </p:sp>
      <p:sp>
        <p:nvSpPr>
          <p:cNvPr id="2" name="Panel B">
            <a:extLst xmlns:a="http://schemas.openxmlformats.org/drawingml/2006/main">
              <a:ext uri="{FF2B5EF4-FFF2-40B4-BE49-F238E27FC236}">
                <a16:creationId xmlns:a16="http://schemas.microsoft.com/office/drawing/2014/main" id="{A6E725E9-2459-49AB-985B-A0A745FABB96}"/>
              </a:ext>
            </a:extLst>
          </p:cNvPr>
          <p:cNvSpPr>
            <a:spLocks xmlns:a="http://schemas.openxmlformats.org/drawingml/2006/main" noGrp="1"/>
          </p:cNvSpPr>
          <p:nvPr/>
        </p:nvSpPr>
        <p:spPr>
          <a:xfrm xmlns:a="http://schemas.openxmlformats.org/drawingml/2006/main" rot="0">
            <a:off x="4695825" y="0"/>
            <a:ext cx="361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1">
                <a:solidFill>
                  <a:srgbClr val="000000"/>
                </a:solidFill>
                <a:latin typeface="Arial"/>
                <a:ea typeface="Arial"/>
                <a:cs typeface="Arial"/>
              </a:defRPr>
            </a:defPPr>
            <a:lvl1pPr algn="l">
              <a:defRPr sz="2325" b="1">
                <a:solidFill>
                  <a:srgbClr val="000000"/>
                </a:solidFill>
                <a:latin typeface="Arial"/>
                <a:ea typeface="Arial"/>
                <a:cs typeface="Arial"/>
              </a:defRPr>
            </a:lvl1pPr>
            <a:lvl2pPr algn="l">
              <a:defRPr sz="2325" b="1">
                <a:solidFill>
                  <a:srgbClr val="000000"/>
                </a:solidFill>
                <a:latin typeface="Arial"/>
                <a:ea typeface="Arial"/>
                <a:cs typeface="Arial"/>
              </a:defRPr>
            </a:lvl2pPr>
            <a:lvl3pPr algn="l">
              <a:defRPr sz="2325" b="1">
                <a:solidFill>
                  <a:srgbClr val="000000"/>
                </a:solidFill>
                <a:latin typeface="Arial"/>
                <a:ea typeface="Arial"/>
                <a:cs typeface="Arial"/>
              </a:defRPr>
            </a:lvl3pPr>
            <a:lvl4pPr algn="l">
              <a:defRPr sz="2325" b="1">
                <a:solidFill>
                  <a:srgbClr val="000000"/>
                </a:solidFill>
                <a:latin typeface="Arial"/>
                <a:ea typeface="Arial"/>
                <a:cs typeface="Arial"/>
              </a:defRPr>
            </a:lvl4pPr>
            <a:lvl5pPr algn="l">
              <a:defRPr sz="2325" b="1">
                <a:solidFill>
                  <a:srgbClr val="000000"/>
                </a:solidFill>
                <a:latin typeface="Arial"/>
                <a:ea typeface="Arial"/>
                <a:cs typeface="Arial"/>
              </a:defRPr>
            </a:lvl5pPr>
            <a:lvl6pPr algn="l">
              <a:defRPr sz="2325" b="1">
                <a:solidFill>
                  <a:srgbClr val="000000"/>
                </a:solidFill>
                <a:latin typeface="Arial"/>
                <a:ea typeface="Arial"/>
                <a:cs typeface="Arial"/>
              </a:defRPr>
            </a:lvl6pPr>
            <a:lvl7pPr algn="l">
              <a:defRPr sz="2325" b="1">
                <a:solidFill>
                  <a:srgbClr val="000000"/>
                </a:solidFill>
                <a:latin typeface="Arial"/>
                <a:ea typeface="Arial"/>
                <a:cs typeface="Arial"/>
              </a:defRPr>
            </a:lvl7pPr>
            <a:lvl8pPr algn="l">
              <a:defRPr sz="2325" b="1">
                <a:solidFill>
                  <a:srgbClr val="000000"/>
                </a:solidFill>
                <a:latin typeface="Arial"/>
                <a:ea typeface="Arial"/>
                <a:cs typeface="Arial"/>
              </a:defRPr>
            </a:lvl8pPr>
            <a:lvl9pPr algn="l">
              <a:defRPr sz="2325" b="1">
                <a:solidFill>
                  <a:srgbClr val="000000"/>
                </a:solidFill>
                <a:latin typeface="Arial"/>
                <a:ea typeface="Arial"/>
                <a:cs typeface="Arial"/>
              </a:defRPr>
            </a:lvl9pPr>
          </a:lstStyle>
          <a:p xmlns:a="http://schemas.openxmlformats.org/drawingml/2006/main">
            <a:pPr algn="l">
              <a:defRPr sz="2325" b="1">
                <a:solidFill>
                  <a:srgbClr val="000000"/>
                </a:solidFill>
                <a:latin typeface="Arial"/>
                <a:ea typeface="Arial"/>
                <a:cs typeface="Arial"/>
              </a:defRPr>
            </a:pPr>
            <a:r>
              <a:rPr sz="2325" b="1">
                <a:solidFill>
                  <a:srgbClr val="000000"/>
                </a:solidFill>
                <a:latin typeface="Arial"/>
                <a:ea typeface="Arial"/>
                <a:cs typeface="Arial"/>
              </a:rPr>
              <a:t>B</a:t>
            </a:r>
          </a:p>
        </p:txBody>
      </p:sp>
      <p:sp>
        <p:nvSpPr>
          <p:cNvPr id="3" name="Panel C">
            <a:extLst xmlns:a="http://schemas.openxmlformats.org/drawingml/2006/main">
              <a:ext uri="{FF2B5EF4-FFF2-40B4-BE49-F238E27FC236}">
                <a16:creationId xmlns:a16="http://schemas.microsoft.com/office/drawing/2014/main" id="{9273CC05-5EC6-4C74-87E6-253055CC116F}"/>
              </a:ext>
            </a:extLst>
          </p:cNvPr>
          <p:cNvSpPr>
            <a:spLocks xmlns:a="http://schemas.openxmlformats.org/drawingml/2006/main" noGrp="1"/>
          </p:cNvSpPr>
          <p:nvPr/>
        </p:nvSpPr>
        <p:spPr>
          <a:xfrm xmlns:a="http://schemas.openxmlformats.org/drawingml/2006/main" rot="0">
            <a:off x="10544175" y="0"/>
            <a:ext cx="361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1">
                <a:solidFill>
                  <a:srgbClr val="000000"/>
                </a:solidFill>
                <a:latin typeface="Arial"/>
                <a:ea typeface="Arial"/>
                <a:cs typeface="Arial"/>
              </a:defRPr>
            </a:defPPr>
            <a:lvl1pPr algn="l">
              <a:defRPr sz="2325" b="1">
                <a:solidFill>
                  <a:srgbClr val="000000"/>
                </a:solidFill>
                <a:latin typeface="Arial"/>
                <a:ea typeface="Arial"/>
                <a:cs typeface="Arial"/>
              </a:defRPr>
            </a:lvl1pPr>
            <a:lvl2pPr algn="l">
              <a:defRPr sz="2325" b="1">
                <a:solidFill>
                  <a:srgbClr val="000000"/>
                </a:solidFill>
                <a:latin typeface="Arial"/>
                <a:ea typeface="Arial"/>
                <a:cs typeface="Arial"/>
              </a:defRPr>
            </a:lvl2pPr>
            <a:lvl3pPr algn="l">
              <a:defRPr sz="2325" b="1">
                <a:solidFill>
                  <a:srgbClr val="000000"/>
                </a:solidFill>
                <a:latin typeface="Arial"/>
                <a:ea typeface="Arial"/>
                <a:cs typeface="Arial"/>
              </a:defRPr>
            </a:lvl3pPr>
            <a:lvl4pPr algn="l">
              <a:defRPr sz="2325" b="1">
                <a:solidFill>
                  <a:srgbClr val="000000"/>
                </a:solidFill>
                <a:latin typeface="Arial"/>
                <a:ea typeface="Arial"/>
                <a:cs typeface="Arial"/>
              </a:defRPr>
            </a:lvl4pPr>
            <a:lvl5pPr algn="l">
              <a:defRPr sz="2325" b="1">
                <a:solidFill>
                  <a:srgbClr val="000000"/>
                </a:solidFill>
                <a:latin typeface="Arial"/>
                <a:ea typeface="Arial"/>
                <a:cs typeface="Arial"/>
              </a:defRPr>
            </a:lvl5pPr>
            <a:lvl6pPr algn="l">
              <a:defRPr sz="2325" b="1">
                <a:solidFill>
                  <a:srgbClr val="000000"/>
                </a:solidFill>
                <a:latin typeface="Arial"/>
                <a:ea typeface="Arial"/>
                <a:cs typeface="Arial"/>
              </a:defRPr>
            </a:lvl6pPr>
            <a:lvl7pPr algn="l">
              <a:defRPr sz="2325" b="1">
                <a:solidFill>
                  <a:srgbClr val="000000"/>
                </a:solidFill>
                <a:latin typeface="Arial"/>
                <a:ea typeface="Arial"/>
                <a:cs typeface="Arial"/>
              </a:defRPr>
            </a:lvl7pPr>
            <a:lvl8pPr algn="l">
              <a:defRPr sz="2325" b="1">
                <a:solidFill>
                  <a:srgbClr val="000000"/>
                </a:solidFill>
                <a:latin typeface="Arial"/>
                <a:ea typeface="Arial"/>
                <a:cs typeface="Arial"/>
              </a:defRPr>
            </a:lvl8pPr>
            <a:lvl9pPr algn="l">
              <a:defRPr sz="2325" b="1">
                <a:solidFill>
                  <a:srgbClr val="000000"/>
                </a:solidFill>
                <a:latin typeface="Arial"/>
                <a:ea typeface="Arial"/>
                <a:cs typeface="Arial"/>
              </a:defRPr>
            </a:lvl9pPr>
          </a:lstStyle>
          <a:p xmlns:a="http://schemas.openxmlformats.org/drawingml/2006/main">
            <a:pPr algn="l">
              <a:defRPr sz="2325" b="1">
                <a:solidFill>
                  <a:srgbClr val="000000"/>
                </a:solidFill>
                <a:latin typeface="Arial"/>
                <a:ea typeface="Arial"/>
                <a:cs typeface="Arial"/>
              </a:defRPr>
            </a:pPr>
            <a:r>
              <a:rPr sz="2325" b="1">
                <a:solidFill>
                  <a:srgbClr val="000000"/>
                </a:solidFill>
                <a:latin typeface="Arial"/>
                <a:ea typeface="Arial"/>
                <a:cs typeface="Arial"/>
              </a:rPr>
              <a:t>C</a:t>
            </a:r>
          </a:p>
        </p:txBody>
      </p:sp>
      <p:sp>
        <p:nvSpPr>
          <p:cNvPr id="4" name="Panel D">
            <a:extLst xmlns:a="http://schemas.openxmlformats.org/drawingml/2006/main">
              <a:ext uri="{FF2B5EF4-FFF2-40B4-BE49-F238E27FC236}">
                <a16:creationId xmlns:a16="http://schemas.microsoft.com/office/drawing/2014/main" id="{0B88A764-A1E0-4965-8203-E3F9D30276E8}"/>
              </a:ext>
            </a:extLst>
          </p:cNvPr>
          <p:cNvSpPr>
            <a:spLocks xmlns:a="http://schemas.openxmlformats.org/drawingml/2006/main" noGrp="1"/>
          </p:cNvSpPr>
          <p:nvPr/>
        </p:nvSpPr>
        <p:spPr>
          <a:xfrm xmlns:a="http://schemas.openxmlformats.org/drawingml/2006/main" rot="0">
            <a:off x="13887450" y="0"/>
            <a:ext cx="361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1">
                <a:solidFill>
                  <a:srgbClr val="000000"/>
                </a:solidFill>
                <a:latin typeface="Arial"/>
                <a:ea typeface="Arial"/>
                <a:cs typeface="Arial"/>
              </a:defRPr>
            </a:defPPr>
            <a:lvl1pPr algn="l">
              <a:defRPr sz="2325" b="1">
                <a:solidFill>
                  <a:srgbClr val="000000"/>
                </a:solidFill>
                <a:latin typeface="Arial"/>
                <a:ea typeface="Arial"/>
                <a:cs typeface="Arial"/>
              </a:defRPr>
            </a:lvl1pPr>
            <a:lvl2pPr algn="l">
              <a:defRPr sz="2325" b="1">
                <a:solidFill>
                  <a:srgbClr val="000000"/>
                </a:solidFill>
                <a:latin typeface="Arial"/>
                <a:ea typeface="Arial"/>
                <a:cs typeface="Arial"/>
              </a:defRPr>
            </a:lvl2pPr>
            <a:lvl3pPr algn="l">
              <a:defRPr sz="2325" b="1">
                <a:solidFill>
                  <a:srgbClr val="000000"/>
                </a:solidFill>
                <a:latin typeface="Arial"/>
                <a:ea typeface="Arial"/>
                <a:cs typeface="Arial"/>
              </a:defRPr>
            </a:lvl3pPr>
            <a:lvl4pPr algn="l">
              <a:defRPr sz="2325" b="1">
                <a:solidFill>
                  <a:srgbClr val="000000"/>
                </a:solidFill>
                <a:latin typeface="Arial"/>
                <a:ea typeface="Arial"/>
                <a:cs typeface="Arial"/>
              </a:defRPr>
            </a:lvl4pPr>
            <a:lvl5pPr algn="l">
              <a:defRPr sz="2325" b="1">
                <a:solidFill>
                  <a:srgbClr val="000000"/>
                </a:solidFill>
                <a:latin typeface="Arial"/>
                <a:ea typeface="Arial"/>
                <a:cs typeface="Arial"/>
              </a:defRPr>
            </a:lvl5pPr>
            <a:lvl6pPr algn="l">
              <a:defRPr sz="2325" b="1">
                <a:solidFill>
                  <a:srgbClr val="000000"/>
                </a:solidFill>
                <a:latin typeface="Arial"/>
                <a:ea typeface="Arial"/>
                <a:cs typeface="Arial"/>
              </a:defRPr>
            </a:lvl6pPr>
            <a:lvl7pPr algn="l">
              <a:defRPr sz="2325" b="1">
                <a:solidFill>
                  <a:srgbClr val="000000"/>
                </a:solidFill>
                <a:latin typeface="Arial"/>
                <a:ea typeface="Arial"/>
                <a:cs typeface="Arial"/>
              </a:defRPr>
            </a:lvl7pPr>
            <a:lvl8pPr algn="l">
              <a:defRPr sz="2325" b="1">
                <a:solidFill>
                  <a:srgbClr val="000000"/>
                </a:solidFill>
                <a:latin typeface="Arial"/>
                <a:ea typeface="Arial"/>
                <a:cs typeface="Arial"/>
              </a:defRPr>
            </a:lvl8pPr>
            <a:lvl9pPr algn="l">
              <a:defRPr sz="2325" b="1">
                <a:solidFill>
                  <a:srgbClr val="000000"/>
                </a:solidFill>
                <a:latin typeface="Arial"/>
                <a:ea typeface="Arial"/>
                <a:cs typeface="Arial"/>
              </a:defRPr>
            </a:lvl9pPr>
          </a:lstStyle>
          <a:p xmlns:a="http://schemas.openxmlformats.org/drawingml/2006/main">
            <a:pPr algn="l">
              <a:defRPr sz="2325" b="1">
                <a:solidFill>
                  <a:srgbClr val="000000"/>
                </a:solidFill>
                <a:latin typeface="Arial"/>
                <a:ea typeface="Arial"/>
                <a:cs typeface="Arial"/>
              </a:defRPr>
            </a:pPr>
            <a:r>
              <a:rPr sz="2325" b="1">
                <a:solidFill>
                  <a:srgbClr val="000000"/>
                </a:solidFill>
                <a:latin typeface="Arial"/>
                <a:ea typeface="Arial"/>
                <a:cs typeface="Arial"/>
              </a:rPr>
              <a:t>D</a:t>
            </a:r>
          </a:p>
        </p:txBody>
      </p:sp>
      <p:sp>
        <p:nvSpPr>
          <p:cNvPr id="5" name="Panel E">
            <a:extLst xmlns:a="http://schemas.openxmlformats.org/drawingml/2006/main">
              <a:ext uri="{FF2B5EF4-FFF2-40B4-BE49-F238E27FC236}">
                <a16:creationId xmlns:a16="http://schemas.microsoft.com/office/drawing/2014/main" id="{EA29648B-9E5D-464B-8A81-2F0CF0319D18}"/>
              </a:ext>
            </a:extLst>
          </p:cNvPr>
          <p:cNvSpPr>
            <a:spLocks xmlns:a="http://schemas.openxmlformats.org/drawingml/2006/main" noGrp="1"/>
          </p:cNvSpPr>
          <p:nvPr/>
        </p:nvSpPr>
        <p:spPr>
          <a:xfrm xmlns:a="http://schemas.openxmlformats.org/drawingml/2006/main" rot="0">
            <a:off x="17030700" y="0"/>
            <a:ext cx="361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1">
                <a:solidFill>
                  <a:srgbClr val="000000"/>
                </a:solidFill>
                <a:latin typeface="Arial"/>
                <a:ea typeface="Arial"/>
                <a:cs typeface="Arial"/>
              </a:defRPr>
            </a:defPPr>
            <a:lvl1pPr algn="l">
              <a:defRPr sz="2325" b="1">
                <a:solidFill>
                  <a:srgbClr val="000000"/>
                </a:solidFill>
                <a:latin typeface="Arial"/>
                <a:ea typeface="Arial"/>
                <a:cs typeface="Arial"/>
              </a:defRPr>
            </a:lvl1pPr>
            <a:lvl2pPr algn="l">
              <a:defRPr sz="2325" b="1">
                <a:solidFill>
                  <a:srgbClr val="000000"/>
                </a:solidFill>
                <a:latin typeface="Arial"/>
                <a:ea typeface="Arial"/>
                <a:cs typeface="Arial"/>
              </a:defRPr>
            </a:lvl2pPr>
            <a:lvl3pPr algn="l">
              <a:defRPr sz="2325" b="1">
                <a:solidFill>
                  <a:srgbClr val="000000"/>
                </a:solidFill>
                <a:latin typeface="Arial"/>
                <a:ea typeface="Arial"/>
                <a:cs typeface="Arial"/>
              </a:defRPr>
            </a:lvl3pPr>
            <a:lvl4pPr algn="l">
              <a:defRPr sz="2325" b="1">
                <a:solidFill>
                  <a:srgbClr val="000000"/>
                </a:solidFill>
                <a:latin typeface="Arial"/>
                <a:ea typeface="Arial"/>
                <a:cs typeface="Arial"/>
              </a:defRPr>
            </a:lvl4pPr>
            <a:lvl5pPr algn="l">
              <a:defRPr sz="2325" b="1">
                <a:solidFill>
                  <a:srgbClr val="000000"/>
                </a:solidFill>
                <a:latin typeface="Arial"/>
                <a:ea typeface="Arial"/>
                <a:cs typeface="Arial"/>
              </a:defRPr>
            </a:lvl5pPr>
            <a:lvl6pPr algn="l">
              <a:defRPr sz="2325" b="1">
                <a:solidFill>
                  <a:srgbClr val="000000"/>
                </a:solidFill>
                <a:latin typeface="Arial"/>
                <a:ea typeface="Arial"/>
                <a:cs typeface="Arial"/>
              </a:defRPr>
            </a:lvl6pPr>
            <a:lvl7pPr algn="l">
              <a:defRPr sz="2325" b="1">
                <a:solidFill>
                  <a:srgbClr val="000000"/>
                </a:solidFill>
                <a:latin typeface="Arial"/>
                <a:ea typeface="Arial"/>
                <a:cs typeface="Arial"/>
              </a:defRPr>
            </a:lvl7pPr>
            <a:lvl8pPr algn="l">
              <a:defRPr sz="2325" b="1">
                <a:solidFill>
                  <a:srgbClr val="000000"/>
                </a:solidFill>
                <a:latin typeface="Arial"/>
                <a:ea typeface="Arial"/>
                <a:cs typeface="Arial"/>
              </a:defRPr>
            </a:lvl8pPr>
            <a:lvl9pPr algn="l">
              <a:defRPr sz="2325" b="1">
                <a:solidFill>
                  <a:srgbClr val="000000"/>
                </a:solidFill>
                <a:latin typeface="Arial"/>
                <a:ea typeface="Arial"/>
                <a:cs typeface="Arial"/>
              </a:defRPr>
            </a:lvl9pPr>
          </a:lstStyle>
          <a:p xmlns:a="http://schemas.openxmlformats.org/drawingml/2006/main">
            <a:pPr algn="l">
              <a:defRPr sz="2325" b="1">
                <a:solidFill>
                  <a:srgbClr val="000000"/>
                </a:solidFill>
                <a:latin typeface="Arial"/>
                <a:ea typeface="Arial"/>
                <a:cs typeface="Arial"/>
              </a:defRPr>
            </a:pPr>
            <a:r>
              <a:rPr sz="2325" b="1">
                <a:solidFill>
                  <a:srgbClr val="000000"/>
                </a:solidFill>
                <a:latin typeface="Arial"/>
                <a:ea typeface="Arial"/>
                <a:cs typeface="Arial"/>
              </a:rPr>
              <a:t>E</a:t>
            </a:r>
          </a:p>
        </p:txBody>
      </p:sp>
      <p:sp>
        <p:nvSpPr>
          <p:cNvPr id="6" name="Panel F">
            <a:extLst xmlns:a="http://schemas.openxmlformats.org/drawingml/2006/main">
              <a:ext uri="{FF2B5EF4-FFF2-40B4-BE49-F238E27FC236}">
                <a16:creationId xmlns:a16="http://schemas.microsoft.com/office/drawing/2014/main" id="{5458A0FC-7B36-495E-8F52-21CD899EAD72}"/>
              </a:ext>
            </a:extLst>
          </p:cNvPr>
          <p:cNvSpPr>
            <a:spLocks xmlns:a="http://schemas.openxmlformats.org/drawingml/2006/main" noGrp="1"/>
          </p:cNvSpPr>
          <p:nvPr/>
        </p:nvSpPr>
        <p:spPr>
          <a:xfrm xmlns:a="http://schemas.openxmlformats.org/drawingml/2006/main" rot="0">
            <a:off x="0" y="4953000"/>
            <a:ext cx="361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1">
                <a:solidFill>
                  <a:srgbClr val="000000"/>
                </a:solidFill>
                <a:latin typeface="Arial"/>
                <a:ea typeface="Arial"/>
                <a:cs typeface="Arial"/>
              </a:defRPr>
            </a:defPPr>
            <a:lvl1pPr algn="l">
              <a:defRPr sz="2325" b="1">
                <a:solidFill>
                  <a:srgbClr val="000000"/>
                </a:solidFill>
                <a:latin typeface="Arial"/>
                <a:ea typeface="Arial"/>
                <a:cs typeface="Arial"/>
              </a:defRPr>
            </a:lvl1pPr>
            <a:lvl2pPr algn="l">
              <a:defRPr sz="2325" b="1">
                <a:solidFill>
                  <a:srgbClr val="000000"/>
                </a:solidFill>
                <a:latin typeface="Arial"/>
                <a:ea typeface="Arial"/>
                <a:cs typeface="Arial"/>
              </a:defRPr>
            </a:lvl2pPr>
            <a:lvl3pPr algn="l">
              <a:defRPr sz="2325" b="1">
                <a:solidFill>
                  <a:srgbClr val="000000"/>
                </a:solidFill>
                <a:latin typeface="Arial"/>
                <a:ea typeface="Arial"/>
                <a:cs typeface="Arial"/>
              </a:defRPr>
            </a:lvl3pPr>
            <a:lvl4pPr algn="l">
              <a:defRPr sz="2325" b="1">
                <a:solidFill>
                  <a:srgbClr val="000000"/>
                </a:solidFill>
                <a:latin typeface="Arial"/>
                <a:ea typeface="Arial"/>
                <a:cs typeface="Arial"/>
              </a:defRPr>
            </a:lvl4pPr>
            <a:lvl5pPr algn="l">
              <a:defRPr sz="2325" b="1">
                <a:solidFill>
                  <a:srgbClr val="000000"/>
                </a:solidFill>
                <a:latin typeface="Arial"/>
                <a:ea typeface="Arial"/>
                <a:cs typeface="Arial"/>
              </a:defRPr>
            </a:lvl5pPr>
            <a:lvl6pPr algn="l">
              <a:defRPr sz="2325" b="1">
                <a:solidFill>
                  <a:srgbClr val="000000"/>
                </a:solidFill>
                <a:latin typeface="Arial"/>
                <a:ea typeface="Arial"/>
                <a:cs typeface="Arial"/>
              </a:defRPr>
            </a:lvl6pPr>
            <a:lvl7pPr algn="l">
              <a:defRPr sz="2325" b="1">
                <a:solidFill>
                  <a:srgbClr val="000000"/>
                </a:solidFill>
                <a:latin typeface="Arial"/>
                <a:ea typeface="Arial"/>
                <a:cs typeface="Arial"/>
              </a:defRPr>
            </a:lvl7pPr>
            <a:lvl8pPr algn="l">
              <a:defRPr sz="2325" b="1">
                <a:solidFill>
                  <a:srgbClr val="000000"/>
                </a:solidFill>
                <a:latin typeface="Arial"/>
                <a:ea typeface="Arial"/>
                <a:cs typeface="Arial"/>
              </a:defRPr>
            </a:lvl8pPr>
            <a:lvl9pPr algn="l">
              <a:defRPr sz="2325" b="1">
                <a:solidFill>
                  <a:srgbClr val="000000"/>
                </a:solidFill>
                <a:latin typeface="Arial"/>
                <a:ea typeface="Arial"/>
                <a:cs typeface="Arial"/>
              </a:defRPr>
            </a:lvl9pPr>
          </a:lstStyle>
          <a:p xmlns:a="http://schemas.openxmlformats.org/drawingml/2006/main">
            <a:pPr algn="l">
              <a:defRPr sz="2325" b="1">
                <a:solidFill>
                  <a:srgbClr val="000000"/>
                </a:solidFill>
                <a:latin typeface="Arial"/>
                <a:ea typeface="Arial"/>
                <a:cs typeface="Arial"/>
              </a:defRPr>
            </a:pPr>
            <a:r>
              <a:rPr sz="2325" b="1">
                <a:solidFill>
                  <a:srgbClr val="000000"/>
                </a:solidFill>
                <a:latin typeface="Arial"/>
                <a:ea typeface="Arial"/>
                <a:cs typeface="Arial"/>
              </a:rPr>
              <a:t>F</a:t>
            </a:r>
          </a:p>
        </p:txBody>
      </p:sp>
      <p:sp>
        <p:nvSpPr>
          <p:cNvPr id="7" name="Panel G">
            <a:extLst xmlns:a="http://schemas.openxmlformats.org/drawingml/2006/main">
              <a:ext uri="{FF2B5EF4-FFF2-40B4-BE49-F238E27FC236}">
                <a16:creationId xmlns:a16="http://schemas.microsoft.com/office/drawing/2014/main" id="{6F616F76-4C47-4676-979A-EB5A5092863A}"/>
              </a:ext>
            </a:extLst>
          </p:cNvPr>
          <p:cNvSpPr>
            <a:spLocks xmlns:a="http://schemas.openxmlformats.org/drawingml/2006/main" noGrp="1"/>
          </p:cNvSpPr>
          <p:nvPr/>
        </p:nvSpPr>
        <p:spPr>
          <a:xfrm xmlns:a="http://schemas.openxmlformats.org/drawingml/2006/main" rot="0">
            <a:off x="10677525" y="4953000"/>
            <a:ext cx="361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2325" b="1">
                <a:solidFill>
                  <a:srgbClr val="000000"/>
                </a:solidFill>
                <a:latin typeface="Arial"/>
                <a:ea typeface="Arial"/>
                <a:cs typeface="Arial"/>
              </a:defRPr>
            </a:defPPr>
            <a:lvl1pPr algn="l">
              <a:defRPr sz="2325" b="1">
                <a:solidFill>
                  <a:srgbClr val="000000"/>
                </a:solidFill>
                <a:latin typeface="Arial"/>
                <a:ea typeface="Arial"/>
                <a:cs typeface="Arial"/>
              </a:defRPr>
            </a:lvl1pPr>
            <a:lvl2pPr algn="l">
              <a:defRPr sz="2325" b="1">
                <a:solidFill>
                  <a:srgbClr val="000000"/>
                </a:solidFill>
                <a:latin typeface="Arial"/>
                <a:ea typeface="Arial"/>
                <a:cs typeface="Arial"/>
              </a:defRPr>
            </a:lvl2pPr>
            <a:lvl3pPr algn="l">
              <a:defRPr sz="2325" b="1">
                <a:solidFill>
                  <a:srgbClr val="000000"/>
                </a:solidFill>
                <a:latin typeface="Arial"/>
                <a:ea typeface="Arial"/>
                <a:cs typeface="Arial"/>
              </a:defRPr>
            </a:lvl3pPr>
            <a:lvl4pPr algn="l">
              <a:defRPr sz="2325" b="1">
                <a:solidFill>
                  <a:srgbClr val="000000"/>
                </a:solidFill>
                <a:latin typeface="Arial"/>
                <a:ea typeface="Arial"/>
                <a:cs typeface="Arial"/>
              </a:defRPr>
            </a:lvl4pPr>
            <a:lvl5pPr algn="l">
              <a:defRPr sz="2325" b="1">
                <a:solidFill>
                  <a:srgbClr val="000000"/>
                </a:solidFill>
                <a:latin typeface="Arial"/>
                <a:ea typeface="Arial"/>
                <a:cs typeface="Arial"/>
              </a:defRPr>
            </a:lvl5pPr>
            <a:lvl6pPr algn="l">
              <a:defRPr sz="2325" b="1">
                <a:solidFill>
                  <a:srgbClr val="000000"/>
                </a:solidFill>
                <a:latin typeface="Arial"/>
                <a:ea typeface="Arial"/>
                <a:cs typeface="Arial"/>
              </a:defRPr>
            </a:lvl6pPr>
            <a:lvl7pPr algn="l">
              <a:defRPr sz="2325" b="1">
                <a:solidFill>
                  <a:srgbClr val="000000"/>
                </a:solidFill>
                <a:latin typeface="Arial"/>
                <a:ea typeface="Arial"/>
                <a:cs typeface="Arial"/>
              </a:defRPr>
            </a:lvl7pPr>
            <a:lvl8pPr algn="l">
              <a:defRPr sz="2325" b="1">
                <a:solidFill>
                  <a:srgbClr val="000000"/>
                </a:solidFill>
                <a:latin typeface="Arial"/>
                <a:ea typeface="Arial"/>
                <a:cs typeface="Arial"/>
              </a:defRPr>
            </a:lvl8pPr>
            <a:lvl9pPr algn="l">
              <a:defRPr sz="2325" b="1">
                <a:solidFill>
                  <a:srgbClr val="000000"/>
                </a:solidFill>
                <a:latin typeface="Arial"/>
                <a:ea typeface="Arial"/>
                <a:cs typeface="Arial"/>
              </a:defRPr>
            </a:lvl9pPr>
          </a:lstStyle>
          <a:p xmlns:a="http://schemas.openxmlformats.org/drawingml/2006/main">
            <a:pPr algn="l">
              <a:defRPr sz="2325" b="1">
                <a:solidFill>
                  <a:srgbClr val="000000"/>
                </a:solidFill>
                <a:latin typeface="Arial"/>
                <a:ea typeface="Arial"/>
                <a:cs typeface="Arial"/>
              </a:defRPr>
            </a:pPr>
            <a:r>
              <a:rPr sz="2325" b="1">
                <a:solidFill>
                  <a:srgbClr val="000000"/>
                </a:solidFill>
                <a:latin typeface="Arial"/>
                <a:ea typeface="Arial"/>
                <a:cs typeface="Arial"/>
              </a:rPr>
              <a:t>G</a:t>
            </a:r>
          </a:p>
        </p:txBody>
      </p:sp>
      <p:sp>
        <p:nvSpPr>
          <p:cNvPr id="8" name="A heading">
            <a:extLst xmlns:a="http://schemas.openxmlformats.org/drawingml/2006/main">
              <a:ext uri="{FF2B5EF4-FFF2-40B4-BE49-F238E27FC236}">
                <a16:creationId xmlns:a16="http://schemas.microsoft.com/office/drawing/2014/main" id="{D19AFD98-E562-4514-89A6-91BB24B0DED5}"/>
              </a:ext>
            </a:extLst>
          </p:cNvPr>
          <p:cNvSpPr>
            <a:spLocks xmlns:a="http://schemas.openxmlformats.org/drawingml/2006/main" noGrp="1"/>
          </p:cNvSpPr>
          <p:nvPr/>
        </p:nvSpPr>
        <p:spPr>
          <a:xfrm xmlns:a="http://schemas.openxmlformats.org/drawingml/2006/main" rot="0">
            <a:off x="762000" y="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000000"/>
                </a:solidFill>
                <a:latin typeface="Arial"/>
                <a:ea typeface="Arial"/>
                <a:cs typeface="Arial"/>
              </a:defRPr>
            </a:defPPr>
            <a:lvl1pPr algn="ctr">
              <a:defRPr sz="2250" b="1">
                <a:solidFill>
                  <a:srgbClr val="000000"/>
                </a:solidFill>
                <a:latin typeface="Arial"/>
                <a:ea typeface="Arial"/>
                <a:cs typeface="Arial"/>
              </a:defRPr>
            </a:lvl1pPr>
            <a:lvl2pPr algn="ctr">
              <a:defRPr sz="2250" b="1">
                <a:solidFill>
                  <a:srgbClr val="000000"/>
                </a:solidFill>
                <a:latin typeface="Arial"/>
                <a:ea typeface="Arial"/>
                <a:cs typeface="Arial"/>
              </a:defRPr>
            </a:lvl2pPr>
            <a:lvl3pPr algn="ctr">
              <a:defRPr sz="2250" b="1">
                <a:solidFill>
                  <a:srgbClr val="000000"/>
                </a:solidFill>
                <a:latin typeface="Arial"/>
                <a:ea typeface="Arial"/>
                <a:cs typeface="Arial"/>
              </a:defRPr>
            </a:lvl3pPr>
            <a:lvl4pPr algn="ctr">
              <a:defRPr sz="2250" b="1">
                <a:solidFill>
                  <a:srgbClr val="000000"/>
                </a:solidFill>
                <a:latin typeface="Arial"/>
                <a:ea typeface="Arial"/>
                <a:cs typeface="Arial"/>
              </a:defRPr>
            </a:lvl4pPr>
            <a:lvl5pPr algn="ctr">
              <a:defRPr sz="2250" b="1">
                <a:solidFill>
                  <a:srgbClr val="000000"/>
                </a:solidFill>
                <a:latin typeface="Arial"/>
                <a:ea typeface="Arial"/>
                <a:cs typeface="Arial"/>
              </a:defRPr>
            </a:lvl5pPr>
            <a:lvl6pPr algn="ctr">
              <a:defRPr sz="2250" b="1">
                <a:solidFill>
                  <a:srgbClr val="000000"/>
                </a:solidFill>
                <a:latin typeface="Arial"/>
                <a:ea typeface="Arial"/>
                <a:cs typeface="Arial"/>
              </a:defRPr>
            </a:lvl6pPr>
            <a:lvl7pPr algn="ctr">
              <a:defRPr sz="2250" b="1">
                <a:solidFill>
                  <a:srgbClr val="000000"/>
                </a:solidFill>
                <a:latin typeface="Arial"/>
                <a:ea typeface="Arial"/>
                <a:cs typeface="Arial"/>
              </a:defRPr>
            </a:lvl7pPr>
            <a:lvl8pPr algn="ctr">
              <a:defRPr sz="2250" b="1">
                <a:solidFill>
                  <a:srgbClr val="000000"/>
                </a:solidFill>
                <a:latin typeface="Arial"/>
                <a:ea typeface="Arial"/>
                <a:cs typeface="Arial"/>
              </a:defRPr>
            </a:lvl8pPr>
            <a:lvl9pPr algn="ctr">
              <a:defRPr sz="2250" b="1">
                <a:solidFill>
                  <a:srgbClr val="000000"/>
                </a:solidFill>
                <a:latin typeface="Arial"/>
                <a:ea typeface="Arial"/>
                <a:cs typeface="Arial"/>
              </a:defRPr>
            </a:lvl9pPr>
          </a:lstStyle>
          <a:p xmlns:a="http://schemas.openxmlformats.org/drawingml/2006/main">
            <a:pPr algn="ctr">
              <a:defRPr sz="2250" b="1">
                <a:solidFill>
                  <a:srgbClr val="000000"/>
                </a:solidFill>
                <a:latin typeface="Arial"/>
                <a:ea typeface="Arial"/>
                <a:cs typeface="Arial"/>
              </a:defRPr>
            </a:pPr>
            <a:r>
              <a:rPr sz="2250" b="1">
                <a:solidFill>
                  <a:srgbClr val="000000"/>
                </a:solidFill>
                <a:latin typeface="Arial"/>
                <a:ea typeface="Arial"/>
                <a:cs typeface="Arial"/>
              </a:rPr>
              <a:t>Microscopy images</a:t>
            </a:r>
          </a:p>
        </p:txBody>
      </p:sp>
      <p:sp>
        <p:nvSpPr>
          <p:cNvPr id="9" name="B heading">
            <a:extLst xmlns:a="http://schemas.openxmlformats.org/drawingml/2006/main">
              <a:ext uri="{FF2B5EF4-FFF2-40B4-BE49-F238E27FC236}">
                <a16:creationId xmlns:a16="http://schemas.microsoft.com/office/drawing/2014/main" id="{7962D17B-F0DA-44C6-9555-E70B3C56E76E}"/>
              </a:ext>
            </a:extLst>
          </p:cNvPr>
          <p:cNvSpPr>
            <a:spLocks xmlns:a="http://schemas.openxmlformats.org/drawingml/2006/main" noGrp="1"/>
          </p:cNvSpPr>
          <p:nvPr/>
        </p:nvSpPr>
        <p:spPr>
          <a:xfrm xmlns:a="http://schemas.openxmlformats.org/drawingml/2006/main" rot="0">
            <a:off x="5953125" y="0"/>
            <a:ext cx="3000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000000"/>
                </a:solidFill>
                <a:latin typeface="Arial"/>
                <a:ea typeface="Arial"/>
                <a:cs typeface="Arial"/>
              </a:defRPr>
            </a:defPPr>
            <a:lvl1pPr algn="ctr">
              <a:defRPr sz="2250" b="1">
                <a:solidFill>
                  <a:srgbClr val="000000"/>
                </a:solidFill>
                <a:latin typeface="Arial"/>
                <a:ea typeface="Arial"/>
                <a:cs typeface="Arial"/>
              </a:defRPr>
            </a:lvl1pPr>
            <a:lvl2pPr algn="ctr">
              <a:defRPr sz="2250" b="1">
                <a:solidFill>
                  <a:srgbClr val="000000"/>
                </a:solidFill>
                <a:latin typeface="Arial"/>
                <a:ea typeface="Arial"/>
                <a:cs typeface="Arial"/>
              </a:defRPr>
            </a:lvl2pPr>
            <a:lvl3pPr algn="ctr">
              <a:defRPr sz="2250" b="1">
                <a:solidFill>
                  <a:srgbClr val="000000"/>
                </a:solidFill>
                <a:latin typeface="Arial"/>
                <a:ea typeface="Arial"/>
                <a:cs typeface="Arial"/>
              </a:defRPr>
            </a:lvl3pPr>
            <a:lvl4pPr algn="ctr">
              <a:defRPr sz="2250" b="1">
                <a:solidFill>
                  <a:srgbClr val="000000"/>
                </a:solidFill>
                <a:latin typeface="Arial"/>
                <a:ea typeface="Arial"/>
                <a:cs typeface="Arial"/>
              </a:defRPr>
            </a:lvl4pPr>
            <a:lvl5pPr algn="ctr">
              <a:defRPr sz="2250" b="1">
                <a:solidFill>
                  <a:srgbClr val="000000"/>
                </a:solidFill>
                <a:latin typeface="Arial"/>
                <a:ea typeface="Arial"/>
                <a:cs typeface="Arial"/>
              </a:defRPr>
            </a:lvl5pPr>
            <a:lvl6pPr algn="ctr">
              <a:defRPr sz="2250" b="1">
                <a:solidFill>
                  <a:srgbClr val="000000"/>
                </a:solidFill>
                <a:latin typeface="Arial"/>
                <a:ea typeface="Arial"/>
                <a:cs typeface="Arial"/>
              </a:defRPr>
            </a:lvl6pPr>
            <a:lvl7pPr algn="ctr">
              <a:defRPr sz="2250" b="1">
                <a:solidFill>
                  <a:srgbClr val="000000"/>
                </a:solidFill>
                <a:latin typeface="Arial"/>
                <a:ea typeface="Arial"/>
                <a:cs typeface="Arial"/>
              </a:defRPr>
            </a:lvl7pPr>
            <a:lvl8pPr algn="ctr">
              <a:defRPr sz="2250" b="1">
                <a:solidFill>
                  <a:srgbClr val="000000"/>
                </a:solidFill>
                <a:latin typeface="Arial"/>
                <a:ea typeface="Arial"/>
                <a:cs typeface="Arial"/>
              </a:defRPr>
            </a:lvl8pPr>
            <a:lvl9pPr algn="ctr">
              <a:defRPr sz="2250" b="1">
                <a:solidFill>
                  <a:srgbClr val="000000"/>
                </a:solidFill>
                <a:latin typeface="Arial"/>
                <a:ea typeface="Arial"/>
                <a:cs typeface="Arial"/>
              </a:defRPr>
            </a:lvl9pPr>
          </a:lstStyle>
          <a:p xmlns:a="http://schemas.openxmlformats.org/drawingml/2006/main">
            <a:pPr algn="ctr">
              <a:defRPr sz="2250" b="1">
                <a:solidFill>
                  <a:srgbClr val="000000"/>
                </a:solidFill>
                <a:latin typeface="Arial"/>
                <a:ea typeface="Arial"/>
                <a:cs typeface="Arial"/>
              </a:defRPr>
            </a:pPr>
            <a:r>
              <a:rPr sz="2250" b="1">
                <a:solidFill>
                  <a:srgbClr val="000000"/>
                </a:solidFill>
                <a:latin typeface="Arial"/>
                <a:ea typeface="Arial"/>
                <a:cs typeface="Arial"/>
              </a:rPr>
              <a:t>Causal relations</a:t>
            </a:r>
          </a:p>
        </p:txBody>
      </p:sp>
      <p:sp>
        <p:nvSpPr>
          <p:cNvPr id="10" name="C heading">
            <a:extLst xmlns:a="http://schemas.openxmlformats.org/drawingml/2006/main">
              <a:ext uri="{FF2B5EF4-FFF2-40B4-BE49-F238E27FC236}">
                <a16:creationId xmlns:a16="http://schemas.microsoft.com/office/drawing/2014/main" id="{25134496-498F-4C26-8505-2006EC78A9F2}"/>
              </a:ext>
            </a:extLst>
          </p:cNvPr>
          <p:cNvSpPr>
            <a:spLocks xmlns:a="http://schemas.openxmlformats.org/drawingml/2006/main" noGrp="1"/>
          </p:cNvSpPr>
          <p:nvPr/>
        </p:nvSpPr>
        <p:spPr>
          <a:xfrm xmlns:a="http://schemas.openxmlformats.org/drawingml/2006/main" rot="0">
            <a:off x="10925175" y="0"/>
            <a:ext cx="23050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000000"/>
                </a:solidFill>
                <a:latin typeface="Arial"/>
                <a:ea typeface="Arial"/>
                <a:cs typeface="Arial"/>
              </a:defRPr>
            </a:defPPr>
            <a:lvl1pPr algn="ctr">
              <a:defRPr sz="2250" b="1">
                <a:solidFill>
                  <a:srgbClr val="000000"/>
                </a:solidFill>
                <a:latin typeface="Arial"/>
                <a:ea typeface="Arial"/>
                <a:cs typeface="Arial"/>
              </a:defRPr>
            </a:lvl1pPr>
            <a:lvl2pPr algn="ctr">
              <a:defRPr sz="2250" b="1">
                <a:solidFill>
                  <a:srgbClr val="000000"/>
                </a:solidFill>
                <a:latin typeface="Arial"/>
                <a:ea typeface="Arial"/>
                <a:cs typeface="Arial"/>
              </a:defRPr>
            </a:lvl2pPr>
            <a:lvl3pPr algn="ctr">
              <a:defRPr sz="2250" b="1">
                <a:solidFill>
                  <a:srgbClr val="000000"/>
                </a:solidFill>
                <a:latin typeface="Arial"/>
                <a:ea typeface="Arial"/>
                <a:cs typeface="Arial"/>
              </a:defRPr>
            </a:lvl3pPr>
            <a:lvl4pPr algn="ctr">
              <a:defRPr sz="2250" b="1">
                <a:solidFill>
                  <a:srgbClr val="000000"/>
                </a:solidFill>
                <a:latin typeface="Arial"/>
                <a:ea typeface="Arial"/>
                <a:cs typeface="Arial"/>
              </a:defRPr>
            </a:lvl4pPr>
            <a:lvl5pPr algn="ctr">
              <a:defRPr sz="2250" b="1">
                <a:solidFill>
                  <a:srgbClr val="000000"/>
                </a:solidFill>
                <a:latin typeface="Arial"/>
                <a:ea typeface="Arial"/>
                <a:cs typeface="Arial"/>
              </a:defRPr>
            </a:lvl5pPr>
            <a:lvl6pPr algn="ctr">
              <a:defRPr sz="2250" b="1">
                <a:solidFill>
                  <a:srgbClr val="000000"/>
                </a:solidFill>
                <a:latin typeface="Arial"/>
                <a:ea typeface="Arial"/>
                <a:cs typeface="Arial"/>
              </a:defRPr>
            </a:lvl6pPr>
            <a:lvl7pPr algn="ctr">
              <a:defRPr sz="2250" b="1">
                <a:solidFill>
                  <a:srgbClr val="000000"/>
                </a:solidFill>
                <a:latin typeface="Arial"/>
                <a:ea typeface="Arial"/>
                <a:cs typeface="Arial"/>
              </a:defRPr>
            </a:lvl7pPr>
            <a:lvl8pPr algn="ctr">
              <a:defRPr sz="2250" b="1">
                <a:solidFill>
                  <a:srgbClr val="000000"/>
                </a:solidFill>
                <a:latin typeface="Arial"/>
                <a:ea typeface="Arial"/>
                <a:cs typeface="Arial"/>
              </a:defRPr>
            </a:lvl8pPr>
            <a:lvl9pPr algn="ctr">
              <a:defRPr sz="2250" b="1">
                <a:solidFill>
                  <a:srgbClr val="000000"/>
                </a:solidFill>
                <a:latin typeface="Arial"/>
                <a:ea typeface="Arial"/>
                <a:cs typeface="Arial"/>
              </a:defRPr>
            </a:lvl9pPr>
          </a:lstStyle>
          <a:p xmlns:a="http://schemas.openxmlformats.org/drawingml/2006/main">
            <a:pPr algn="ctr">
              <a:defRPr sz="2250" b="1">
                <a:solidFill>
                  <a:srgbClr val="000000"/>
                </a:solidFill>
                <a:latin typeface="Arial"/>
                <a:ea typeface="Arial"/>
                <a:cs typeface="Arial"/>
              </a:defRPr>
            </a:pPr>
            <a:r>
              <a:rPr sz="2250" b="1">
                <a:solidFill>
                  <a:srgbClr val="000000"/>
                </a:solidFill>
                <a:latin typeface="Arial"/>
                <a:ea typeface="Arial"/>
                <a:cs typeface="Arial"/>
              </a:rPr>
              <a:t>Representation</a:t>
            </a:r>
          </a:p>
          <a:p xmlns:a="http://schemas.openxmlformats.org/drawingml/2006/main">
            <a:pPr algn="ctr">
              <a:defRPr sz="2250" b="1">
                <a:solidFill>
                  <a:srgbClr val="000000"/>
                </a:solidFill>
                <a:latin typeface="Arial"/>
                <a:ea typeface="Arial"/>
                <a:cs typeface="Arial"/>
              </a:defRPr>
            </a:pPr>
            <a:r>
              <a:rPr sz="2250" b="1">
                <a:solidFill>
                  <a:srgbClr val="000000"/>
                </a:solidFill>
                <a:latin typeface="Arial"/>
                <a:ea typeface="Arial"/>
                <a:cs typeface="Arial"/>
              </a:rPr>
              <a:t>learning</a:t>
            </a:r>
          </a:p>
        </p:txBody>
      </p:sp>
      <p:sp>
        <p:nvSpPr>
          <p:cNvPr id="11" name="D heading">
            <a:extLst xmlns:a="http://schemas.openxmlformats.org/drawingml/2006/main">
              <a:ext uri="{FF2B5EF4-FFF2-40B4-BE49-F238E27FC236}">
                <a16:creationId xmlns:a16="http://schemas.microsoft.com/office/drawing/2014/main" id="{405DE8E1-85D7-433D-903F-46F35D15A17E}"/>
              </a:ext>
            </a:extLst>
          </p:cNvPr>
          <p:cNvSpPr>
            <a:spLocks xmlns:a="http://schemas.openxmlformats.org/drawingml/2006/main" noGrp="1"/>
          </p:cNvSpPr>
          <p:nvPr/>
        </p:nvSpPr>
        <p:spPr>
          <a:xfrm xmlns:a="http://schemas.openxmlformats.org/drawingml/2006/main" rot="0">
            <a:off x="14192250" y="0"/>
            <a:ext cx="247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000000"/>
                </a:solidFill>
                <a:latin typeface="Arial"/>
                <a:ea typeface="Arial"/>
                <a:cs typeface="Arial"/>
              </a:defRPr>
            </a:defPPr>
            <a:lvl1pPr algn="ctr">
              <a:defRPr sz="2250" b="1">
                <a:solidFill>
                  <a:srgbClr val="000000"/>
                </a:solidFill>
                <a:latin typeface="Arial"/>
                <a:ea typeface="Arial"/>
                <a:cs typeface="Arial"/>
              </a:defRPr>
            </a:lvl1pPr>
            <a:lvl2pPr algn="ctr">
              <a:defRPr sz="2250" b="1">
                <a:solidFill>
                  <a:srgbClr val="000000"/>
                </a:solidFill>
                <a:latin typeface="Arial"/>
                <a:ea typeface="Arial"/>
                <a:cs typeface="Arial"/>
              </a:defRPr>
            </a:lvl2pPr>
            <a:lvl3pPr algn="ctr">
              <a:defRPr sz="2250" b="1">
                <a:solidFill>
                  <a:srgbClr val="000000"/>
                </a:solidFill>
                <a:latin typeface="Arial"/>
                <a:ea typeface="Arial"/>
                <a:cs typeface="Arial"/>
              </a:defRPr>
            </a:lvl3pPr>
            <a:lvl4pPr algn="ctr">
              <a:defRPr sz="2250" b="1">
                <a:solidFill>
                  <a:srgbClr val="000000"/>
                </a:solidFill>
                <a:latin typeface="Arial"/>
                <a:ea typeface="Arial"/>
                <a:cs typeface="Arial"/>
              </a:defRPr>
            </a:lvl4pPr>
            <a:lvl5pPr algn="ctr">
              <a:defRPr sz="2250" b="1">
                <a:solidFill>
                  <a:srgbClr val="000000"/>
                </a:solidFill>
                <a:latin typeface="Arial"/>
                <a:ea typeface="Arial"/>
                <a:cs typeface="Arial"/>
              </a:defRPr>
            </a:lvl5pPr>
            <a:lvl6pPr algn="ctr">
              <a:defRPr sz="2250" b="1">
                <a:solidFill>
                  <a:srgbClr val="000000"/>
                </a:solidFill>
                <a:latin typeface="Arial"/>
                <a:ea typeface="Arial"/>
                <a:cs typeface="Arial"/>
              </a:defRPr>
            </a:lvl6pPr>
            <a:lvl7pPr algn="ctr">
              <a:defRPr sz="2250" b="1">
                <a:solidFill>
                  <a:srgbClr val="000000"/>
                </a:solidFill>
                <a:latin typeface="Arial"/>
                <a:ea typeface="Arial"/>
                <a:cs typeface="Arial"/>
              </a:defRPr>
            </a:lvl7pPr>
            <a:lvl8pPr algn="ctr">
              <a:defRPr sz="2250" b="1">
                <a:solidFill>
                  <a:srgbClr val="000000"/>
                </a:solidFill>
                <a:latin typeface="Arial"/>
                <a:ea typeface="Arial"/>
                <a:cs typeface="Arial"/>
              </a:defRPr>
            </a:lvl8pPr>
            <a:lvl9pPr algn="ctr">
              <a:defRPr sz="2250" b="1">
                <a:solidFill>
                  <a:srgbClr val="000000"/>
                </a:solidFill>
                <a:latin typeface="Arial"/>
                <a:ea typeface="Arial"/>
                <a:cs typeface="Arial"/>
              </a:defRPr>
            </a:lvl9pPr>
          </a:lstStyle>
          <a:p xmlns:a="http://schemas.openxmlformats.org/drawingml/2006/main">
            <a:pPr algn="ctr">
              <a:defRPr sz="2250" b="1">
                <a:solidFill>
                  <a:srgbClr val="000000"/>
                </a:solidFill>
                <a:latin typeface="Arial"/>
                <a:ea typeface="Arial"/>
                <a:cs typeface="Arial"/>
              </a:defRPr>
            </a:pPr>
            <a:r>
              <a:rPr sz="2250" b="1">
                <a:solidFill>
                  <a:srgbClr val="000000"/>
                </a:solidFill>
                <a:latin typeface="Arial"/>
                <a:ea typeface="Arial"/>
                <a:cs typeface="Arial"/>
              </a:rPr>
              <a:t>Batch correction</a:t>
            </a:r>
          </a:p>
        </p:txBody>
      </p:sp>
      <p:sp>
        <p:nvSpPr>
          <p:cNvPr id="12" name="E heading">
            <a:extLst xmlns:a="http://schemas.openxmlformats.org/drawingml/2006/main">
              <a:ext uri="{FF2B5EF4-FFF2-40B4-BE49-F238E27FC236}">
                <a16:creationId xmlns:a16="http://schemas.microsoft.com/office/drawing/2014/main" id="{7472594A-93C8-4ECC-B90C-141281EDD4F8}"/>
              </a:ext>
            </a:extLst>
          </p:cNvPr>
          <p:cNvSpPr>
            <a:spLocks xmlns:a="http://schemas.openxmlformats.org/drawingml/2006/main" noGrp="1"/>
          </p:cNvSpPr>
          <p:nvPr/>
        </p:nvSpPr>
        <p:spPr>
          <a:xfrm xmlns:a="http://schemas.openxmlformats.org/drawingml/2006/main" rot="0">
            <a:off x="17745075" y="0"/>
            <a:ext cx="17907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000000"/>
                </a:solidFill>
                <a:latin typeface="Arial"/>
                <a:ea typeface="Arial"/>
                <a:cs typeface="Arial"/>
              </a:defRPr>
            </a:defPPr>
            <a:lvl1pPr algn="ctr">
              <a:defRPr sz="2250" b="1">
                <a:solidFill>
                  <a:srgbClr val="000000"/>
                </a:solidFill>
                <a:latin typeface="Arial"/>
                <a:ea typeface="Arial"/>
                <a:cs typeface="Arial"/>
              </a:defRPr>
            </a:lvl1pPr>
            <a:lvl2pPr algn="ctr">
              <a:defRPr sz="2250" b="1">
                <a:solidFill>
                  <a:srgbClr val="000000"/>
                </a:solidFill>
                <a:latin typeface="Arial"/>
                <a:ea typeface="Arial"/>
                <a:cs typeface="Arial"/>
              </a:defRPr>
            </a:lvl2pPr>
            <a:lvl3pPr algn="ctr">
              <a:defRPr sz="2250" b="1">
                <a:solidFill>
                  <a:srgbClr val="000000"/>
                </a:solidFill>
                <a:latin typeface="Arial"/>
                <a:ea typeface="Arial"/>
                <a:cs typeface="Arial"/>
              </a:defRPr>
            </a:lvl3pPr>
            <a:lvl4pPr algn="ctr">
              <a:defRPr sz="2250" b="1">
                <a:solidFill>
                  <a:srgbClr val="000000"/>
                </a:solidFill>
                <a:latin typeface="Arial"/>
                <a:ea typeface="Arial"/>
                <a:cs typeface="Arial"/>
              </a:defRPr>
            </a:lvl4pPr>
            <a:lvl5pPr algn="ctr">
              <a:defRPr sz="2250" b="1">
                <a:solidFill>
                  <a:srgbClr val="000000"/>
                </a:solidFill>
                <a:latin typeface="Arial"/>
                <a:ea typeface="Arial"/>
                <a:cs typeface="Arial"/>
              </a:defRPr>
            </a:lvl5pPr>
            <a:lvl6pPr algn="ctr">
              <a:defRPr sz="2250" b="1">
                <a:solidFill>
                  <a:srgbClr val="000000"/>
                </a:solidFill>
                <a:latin typeface="Arial"/>
                <a:ea typeface="Arial"/>
                <a:cs typeface="Arial"/>
              </a:defRPr>
            </a:lvl6pPr>
            <a:lvl7pPr algn="ctr">
              <a:defRPr sz="2250" b="1">
                <a:solidFill>
                  <a:srgbClr val="000000"/>
                </a:solidFill>
                <a:latin typeface="Arial"/>
                <a:ea typeface="Arial"/>
                <a:cs typeface="Arial"/>
              </a:defRPr>
            </a:lvl7pPr>
            <a:lvl8pPr algn="ctr">
              <a:defRPr sz="2250" b="1">
                <a:solidFill>
                  <a:srgbClr val="000000"/>
                </a:solidFill>
                <a:latin typeface="Arial"/>
                <a:ea typeface="Arial"/>
                <a:cs typeface="Arial"/>
              </a:defRPr>
            </a:lvl8pPr>
            <a:lvl9pPr algn="ctr">
              <a:defRPr sz="2250" b="1">
                <a:solidFill>
                  <a:srgbClr val="000000"/>
                </a:solidFill>
                <a:latin typeface="Arial"/>
                <a:ea typeface="Arial"/>
                <a:cs typeface="Arial"/>
              </a:defRPr>
            </a:lvl9pPr>
          </a:lstStyle>
          <a:p xmlns:a="http://schemas.openxmlformats.org/drawingml/2006/main">
            <a:pPr algn="ctr">
              <a:defRPr sz="2250" b="1">
                <a:solidFill>
                  <a:srgbClr val="000000"/>
                </a:solidFill>
                <a:latin typeface="Arial"/>
                <a:ea typeface="Arial"/>
                <a:cs typeface="Arial"/>
              </a:defRPr>
            </a:pPr>
            <a:r>
              <a:rPr sz="2250" b="1">
                <a:solidFill>
                  <a:srgbClr val="000000"/>
                </a:solidFill>
                <a:latin typeface="Arial"/>
                <a:ea typeface="Arial"/>
                <a:cs typeface="Arial"/>
              </a:rPr>
              <a:t>Phenotype</a:t>
            </a:r>
          </a:p>
          <a:p xmlns:a="http://schemas.openxmlformats.org/drawingml/2006/main">
            <a:pPr algn="ctr">
              <a:defRPr sz="2250" b="1">
                <a:solidFill>
                  <a:srgbClr val="000000"/>
                </a:solidFill>
                <a:latin typeface="Arial"/>
                <a:ea typeface="Arial"/>
                <a:cs typeface="Arial"/>
              </a:defRPr>
            </a:pPr>
            <a:r>
              <a:rPr sz="2250" b="1">
                <a:solidFill>
                  <a:srgbClr val="000000"/>
                </a:solidFill>
                <a:latin typeface="Arial"/>
                <a:ea typeface="Arial"/>
                <a:cs typeface="Arial"/>
              </a:rPr>
              <a:t>estimation</a:t>
            </a:r>
          </a:p>
        </p:txBody>
      </p:sp>
      <p:sp>
        <p:nvSpPr>
          <p:cNvPr id="13" name="F heading">
            <a:extLst xmlns:a="http://schemas.openxmlformats.org/drawingml/2006/main">
              <a:ext uri="{FF2B5EF4-FFF2-40B4-BE49-F238E27FC236}">
                <a16:creationId xmlns:a16="http://schemas.microsoft.com/office/drawing/2014/main" id="{4A583285-63B1-4ED5-BE70-226927551024}"/>
              </a:ext>
            </a:extLst>
          </p:cNvPr>
          <p:cNvSpPr>
            <a:spLocks xmlns:a="http://schemas.openxmlformats.org/drawingml/2006/main" noGrp="1"/>
          </p:cNvSpPr>
          <p:nvPr/>
        </p:nvSpPr>
        <p:spPr>
          <a:xfrm xmlns:a="http://schemas.openxmlformats.org/drawingml/2006/main" rot="0">
            <a:off x="3028950" y="4972050"/>
            <a:ext cx="3286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000000"/>
                </a:solidFill>
                <a:latin typeface="Arial"/>
                <a:ea typeface="Arial"/>
                <a:cs typeface="Arial"/>
              </a:defRPr>
            </a:defPPr>
            <a:lvl1pPr algn="ctr">
              <a:defRPr sz="2250" b="1">
                <a:solidFill>
                  <a:srgbClr val="000000"/>
                </a:solidFill>
                <a:latin typeface="Arial"/>
                <a:ea typeface="Arial"/>
                <a:cs typeface="Arial"/>
              </a:defRPr>
            </a:lvl1pPr>
            <a:lvl2pPr algn="ctr">
              <a:defRPr sz="2250" b="1">
                <a:solidFill>
                  <a:srgbClr val="000000"/>
                </a:solidFill>
                <a:latin typeface="Arial"/>
                <a:ea typeface="Arial"/>
                <a:cs typeface="Arial"/>
              </a:defRPr>
            </a:lvl2pPr>
            <a:lvl3pPr algn="ctr">
              <a:defRPr sz="2250" b="1">
                <a:solidFill>
                  <a:srgbClr val="000000"/>
                </a:solidFill>
                <a:latin typeface="Arial"/>
                <a:ea typeface="Arial"/>
                <a:cs typeface="Arial"/>
              </a:defRPr>
            </a:lvl3pPr>
            <a:lvl4pPr algn="ctr">
              <a:defRPr sz="2250" b="1">
                <a:solidFill>
                  <a:srgbClr val="000000"/>
                </a:solidFill>
                <a:latin typeface="Arial"/>
                <a:ea typeface="Arial"/>
                <a:cs typeface="Arial"/>
              </a:defRPr>
            </a:lvl4pPr>
            <a:lvl5pPr algn="ctr">
              <a:defRPr sz="2250" b="1">
                <a:solidFill>
                  <a:srgbClr val="000000"/>
                </a:solidFill>
                <a:latin typeface="Arial"/>
                <a:ea typeface="Arial"/>
                <a:cs typeface="Arial"/>
              </a:defRPr>
            </a:lvl5pPr>
            <a:lvl6pPr algn="ctr">
              <a:defRPr sz="2250" b="1">
                <a:solidFill>
                  <a:srgbClr val="000000"/>
                </a:solidFill>
                <a:latin typeface="Arial"/>
                <a:ea typeface="Arial"/>
                <a:cs typeface="Arial"/>
              </a:defRPr>
            </a:lvl6pPr>
            <a:lvl7pPr algn="ctr">
              <a:defRPr sz="2250" b="1">
                <a:solidFill>
                  <a:srgbClr val="000000"/>
                </a:solidFill>
                <a:latin typeface="Arial"/>
                <a:ea typeface="Arial"/>
                <a:cs typeface="Arial"/>
              </a:defRPr>
            </a:lvl7pPr>
            <a:lvl8pPr algn="ctr">
              <a:defRPr sz="2250" b="1">
                <a:solidFill>
                  <a:srgbClr val="000000"/>
                </a:solidFill>
                <a:latin typeface="Arial"/>
                <a:ea typeface="Arial"/>
                <a:cs typeface="Arial"/>
              </a:defRPr>
            </a:lvl8pPr>
            <a:lvl9pPr algn="ctr">
              <a:defRPr sz="2250" b="1">
                <a:solidFill>
                  <a:srgbClr val="000000"/>
                </a:solidFill>
                <a:latin typeface="Arial"/>
                <a:ea typeface="Arial"/>
                <a:cs typeface="Arial"/>
              </a:defRPr>
            </a:lvl9pPr>
          </a:lstStyle>
          <a:p xmlns:a="http://schemas.openxmlformats.org/drawingml/2006/main">
            <a:pPr algn="ctr">
              <a:defRPr sz="2250" b="1">
                <a:solidFill>
                  <a:srgbClr val="000000"/>
                </a:solidFill>
                <a:latin typeface="Arial"/>
                <a:ea typeface="Arial"/>
                <a:cs typeface="Arial"/>
              </a:defRPr>
            </a:pPr>
            <a:r>
              <a:rPr sz="2250" b="1">
                <a:solidFill>
                  <a:srgbClr val="000000"/>
                </a:solidFill>
                <a:latin typeface="Arial"/>
                <a:ea typeface="Arial"/>
                <a:cs typeface="Arial"/>
              </a:rPr>
              <a:t>Cell Painting CNN</a:t>
            </a:r>
          </a:p>
        </p:txBody>
      </p:sp>
      <p:sp>
        <p:nvSpPr>
          <p:cNvPr id="14" name="G heading">
            <a:extLst xmlns:a="http://schemas.openxmlformats.org/drawingml/2006/main">
              <a:ext uri="{FF2B5EF4-FFF2-40B4-BE49-F238E27FC236}">
                <a16:creationId xmlns:a16="http://schemas.microsoft.com/office/drawing/2014/main" id="{63A6DAA9-DF6C-4DCB-B2F3-8AC8FB7CFE77}"/>
              </a:ext>
            </a:extLst>
          </p:cNvPr>
          <p:cNvSpPr>
            <a:spLocks xmlns:a="http://schemas.openxmlformats.org/drawingml/2006/main" noGrp="1"/>
          </p:cNvSpPr>
          <p:nvPr/>
        </p:nvSpPr>
        <p:spPr>
          <a:xfrm xmlns:a="http://schemas.openxmlformats.org/drawingml/2006/main" rot="0">
            <a:off x="12534900" y="4972050"/>
            <a:ext cx="701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1">
                <a:solidFill>
                  <a:srgbClr val="000000"/>
                </a:solidFill>
                <a:latin typeface="Arial"/>
                <a:ea typeface="Arial"/>
                <a:cs typeface="Arial"/>
              </a:defRPr>
            </a:defPPr>
            <a:lvl1pPr algn="ctr">
              <a:defRPr sz="2250" b="1">
                <a:solidFill>
                  <a:srgbClr val="000000"/>
                </a:solidFill>
                <a:latin typeface="Arial"/>
                <a:ea typeface="Arial"/>
                <a:cs typeface="Arial"/>
              </a:defRPr>
            </a:lvl1pPr>
            <a:lvl2pPr algn="ctr">
              <a:defRPr sz="2250" b="1">
                <a:solidFill>
                  <a:srgbClr val="000000"/>
                </a:solidFill>
                <a:latin typeface="Arial"/>
                <a:ea typeface="Arial"/>
                <a:cs typeface="Arial"/>
              </a:defRPr>
            </a:lvl2pPr>
            <a:lvl3pPr algn="ctr">
              <a:defRPr sz="2250" b="1">
                <a:solidFill>
                  <a:srgbClr val="000000"/>
                </a:solidFill>
                <a:latin typeface="Arial"/>
                <a:ea typeface="Arial"/>
                <a:cs typeface="Arial"/>
              </a:defRPr>
            </a:lvl3pPr>
            <a:lvl4pPr algn="ctr">
              <a:defRPr sz="2250" b="1">
                <a:solidFill>
                  <a:srgbClr val="000000"/>
                </a:solidFill>
                <a:latin typeface="Arial"/>
                <a:ea typeface="Arial"/>
                <a:cs typeface="Arial"/>
              </a:defRPr>
            </a:lvl4pPr>
            <a:lvl5pPr algn="ctr">
              <a:defRPr sz="2250" b="1">
                <a:solidFill>
                  <a:srgbClr val="000000"/>
                </a:solidFill>
                <a:latin typeface="Arial"/>
                <a:ea typeface="Arial"/>
                <a:cs typeface="Arial"/>
              </a:defRPr>
            </a:lvl5pPr>
            <a:lvl6pPr algn="ctr">
              <a:defRPr sz="2250" b="1">
                <a:solidFill>
                  <a:srgbClr val="000000"/>
                </a:solidFill>
                <a:latin typeface="Arial"/>
                <a:ea typeface="Arial"/>
                <a:cs typeface="Arial"/>
              </a:defRPr>
            </a:lvl6pPr>
            <a:lvl7pPr algn="ctr">
              <a:defRPr sz="2250" b="1">
                <a:solidFill>
                  <a:srgbClr val="000000"/>
                </a:solidFill>
                <a:latin typeface="Arial"/>
                <a:ea typeface="Arial"/>
                <a:cs typeface="Arial"/>
              </a:defRPr>
            </a:lvl7pPr>
            <a:lvl8pPr algn="ctr">
              <a:defRPr sz="2250" b="1">
                <a:solidFill>
                  <a:srgbClr val="000000"/>
                </a:solidFill>
                <a:latin typeface="Arial"/>
                <a:ea typeface="Arial"/>
                <a:cs typeface="Arial"/>
              </a:defRPr>
            </a:lvl8pPr>
            <a:lvl9pPr algn="ctr">
              <a:defRPr sz="2250" b="1">
                <a:solidFill>
                  <a:srgbClr val="000000"/>
                </a:solidFill>
                <a:latin typeface="Arial"/>
                <a:ea typeface="Arial"/>
                <a:cs typeface="Arial"/>
              </a:defRPr>
            </a:lvl9pPr>
          </a:lstStyle>
          <a:p xmlns:a="http://schemas.openxmlformats.org/drawingml/2006/main">
            <a:pPr algn="ctr">
              <a:defRPr sz="2250" b="1">
                <a:solidFill>
                  <a:srgbClr val="000000"/>
                </a:solidFill>
                <a:latin typeface="Arial"/>
                <a:ea typeface="Arial"/>
                <a:cs typeface="Arial"/>
              </a:defRPr>
            </a:pPr>
            <a:r>
              <a:rPr sz="2250" b="1">
                <a:solidFill>
                  <a:srgbClr val="000000"/>
                </a:solidFill>
                <a:latin typeface="Arial"/>
                <a:ea typeface="Arial"/>
                <a:cs typeface="Arial"/>
              </a:rPr>
              <a:t>Evaluation of the biological matching task</a:t>
            </a:r>
          </a:p>
        </p:txBody>
      </p:sp>
      <p:sp>
        <p:nvSpPr>
          <p:cNvPr id="15" name="Control cell caption">
            <a:extLst xmlns:a="http://schemas.openxmlformats.org/drawingml/2006/main">
              <a:ext uri="{FF2B5EF4-FFF2-40B4-BE49-F238E27FC236}">
                <a16:creationId xmlns:a16="http://schemas.microsoft.com/office/drawing/2014/main" id="{B7192917-BC07-4C78-A19A-E41510CDEF92}"/>
              </a:ext>
            </a:extLst>
          </p:cNvPr>
          <p:cNvSpPr>
            <a:spLocks xmlns:a="http://schemas.openxmlformats.org/drawingml/2006/main" noGrp="1"/>
          </p:cNvSpPr>
          <p:nvPr/>
        </p:nvSpPr>
        <p:spPr>
          <a:xfrm xmlns:a="http://schemas.openxmlformats.org/drawingml/2006/main" rot="0">
            <a:off x="1143000" y="600075"/>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950" b="0">
                <a:solidFill>
                  <a:srgbClr val="000000"/>
                </a:solidFill>
                <a:latin typeface="Arial"/>
                <a:ea typeface="Arial"/>
                <a:cs typeface="Arial"/>
              </a:defRPr>
            </a:defPPr>
            <a:lvl1pPr algn="ctr">
              <a:defRPr sz="1950" b="0">
                <a:solidFill>
                  <a:srgbClr val="000000"/>
                </a:solidFill>
                <a:latin typeface="Arial"/>
                <a:ea typeface="Arial"/>
                <a:cs typeface="Arial"/>
              </a:defRPr>
            </a:lvl1pPr>
            <a:lvl2pPr algn="ctr">
              <a:defRPr sz="1950" b="0">
                <a:solidFill>
                  <a:srgbClr val="000000"/>
                </a:solidFill>
                <a:latin typeface="Arial"/>
                <a:ea typeface="Arial"/>
                <a:cs typeface="Arial"/>
              </a:defRPr>
            </a:lvl2pPr>
            <a:lvl3pPr algn="ctr">
              <a:defRPr sz="1950" b="0">
                <a:solidFill>
                  <a:srgbClr val="000000"/>
                </a:solidFill>
                <a:latin typeface="Arial"/>
                <a:ea typeface="Arial"/>
                <a:cs typeface="Arial"/>
              </a:defRPr>
            </a:lvl3pPr>
            <a:lvl4pPr algn="ctr">
              <a:defRPr sz="1950" b="0">
                <a:solidFill>
                  <a:srgbClr val="000000"/>
                </a:solidFill>
                <a:latin typeface="Arial"/>
                <a:ea typeface="Arial"/>
                <a:cs typeface="Arial"/>
              </a:defRPr>
            </a:lvl4pPr>
            <a:lvl5pPr algn="ctr">
              <a:defRPr sz="1950" b="0">
                <a:solidFill>
                  <a:srgbClr val="000000"/>
                </a:solidFill>
                <a:latin typeface="Arial"/>
                <a:ea typeface="Arial"/>
                <a:cs typeface="Arial"/>
              </a:defRPr>
            </a:lvl5pPr>
            <a:lvl6pPr algn="ctr">
              <a:defRPr sz="1950" b="0">
                <a:solidFill>
                  <a:srgbClr val="000000"/>
                </a:solidFill>
                <a:latin typeface="Arial"/>
                <a:ea typeface="Arial"/>
                <a:cs typeface="Arial"/>
              </a:defRPr>
            </a:lvl6pPr>
            <a:lvl7pPr algn="ctr">
              <a:defRPr sz="1950" b="0">
                <a:solidFill>
                  <a:srgbClr val="000000"/>
                </a:solidFill>
                <a:latin typeface="Arial"/>
                <a:ea typeface="Arial"/>
                <a:cs typeface="Arial"/>
              </a:defRPr>
            </a:lvl7pPr>
            <a:lvl8pPr algn="ctr">
              <a:defRPr sz="1950" b="0">
                <a:solidFill>
                  <a:srgbClr val="000000"/>
                </a:solidFill>
                <a:latin typeface="Arial"/>
                <a:ea typeface="Arial"/>
                <a:cs typeface="Arial"/>
              </a:defRPr>
            </a:lvl8pPr>
            <a:lvl9pPr algn="ctr">
              <a:defRPr sz="1950" b="0">
                <a:solidFill>
                  <a:srgbClr val="000000"/>
                </a:solidFill>
                <a:latin typeface="Arial"/>
                <a:ea typeface="Arial"/>
                <a:cs typeface="Arial"/>
              </a:defRPr>
            </a:lvl9pPr>
          </a:lstStyle>
          <a:p xmlns:a="http://schemas.openxmlformats.org/drawingml/2006/main">
            <a:pPr algn="ctr">
              <a:defRPr sz="1950" b="0">
                <a:solidFill>
                  <a:srgbClr val="000000"/>
                </a:solidFill>
                <a:latin typeface="Arial"/>
                <a:ea typeface="Arial"/>
                <a:cs typeface="Arial"/>
              </a:defRPr>
            </a:pPr>
            <a:r>
              <a:rPr sz="1950" b="0">
                <a:solidFill>
                  <a:srgbClr val="000000"/>
                </a:solidFill>
                <a:latin typeface="Arial"/>
                <a:ea typeface="Arial"/>
                <a:cs typeface="Arial"/>
              </a:rPr>
              <a:t>Control cells</a:t>
            </a:r>
          </a:p>
        </p:txBody>
      </p:sp>
      <p:pic>
        <p:nvPicPr>
          <p:cNvPr id="16" name="">
            <a:extLst xmlns:a="http://schemas.openxmlformats.org/drawingml/2006/main">
              <a:ext uri="{FF2B5EF4-FFF2-40B4-BE49-F238E27FC236}">
                <a16:creationId xmlns:a16="http://schemas.microsoft.com/office/drawing/2014/main" id="{9DFE08DE-EFC5-4CF5-A101-22B8A30E12B4}"/>
              </a:ext>
            </a:extLst>
          </p:cNvPr>
          <p:cNvPicPr>
            <a:picLocks xmlns:a="http://schemas.openxmlformats.org/drawingml/2006/main" noChangeAspect="1"/>
          </p:cNvPicPr>
          <p:nvPr/>
        </p:nvPicPr>
        <p:blipFill>
          <a:blip xmlns:r="http://schemas.openxmlformats.org/officeDocument/2006/relationships" xmlns:a="http://schemas.openxmlformats.org/drawingml/2006/main" r:embed="R40099419daac460e"/>
          <a:stretch xmlns:a="http://schemas.openxmlformats.org/drawingml/2006/main"/>
        </p:blipFill>
        <p:spPr>
          <a:xfrm xmlns:a="http://schemas.openxmlformats.org/drawingml/2006/main">
            <a:off x="466725" y="952500"/>
            <a:ext cx="3400425" cy="1571625"/>
          </a:xfrm>
          <a:prstGeom xmlns:a="http://schemas.openxmlformats.org/drawingml/2006/main" prst="rect">
            <a:avLst/>
          </a:prstGeom>
        </p:spPr>
      </p:pic>
      <p:sp>
        <p:nvSpPr>
          <p:cNvPr id="17" name="Treated cell caption">
            <a:extLst xmlns:a="http://schemas.openxmlformats.org/drawingml/2006/main">
              <a:ext uri="{FF2B5EF4-FFF2-40B4-BE49-F238E27FC236}">
                <a16:creationId xmlns:a16="http://schemas.microsoft.com/office/drawing/2014/main" id="{B37588C6-AAF9-49D3-9C5A-0F647A1A7551}"/>
              </a:ext>
            </a:extLst>
          </p:cNvPr>
          <p:cNvSpPr>
            <a:spLocks xmlns:a="http://schemas.openxmlformats.org/drawingml/2006/main" noGrp="1"/>
          </p:cNvSpPr>
          <p:nvPr/>
        </p:nvSpPr>
        <p:spPr>
          <a:xfrm xmlns:a="http://schemas.openxmlformats.org/drawingml/2006/main" rot="0">
            <a:off x="1143000" y="2600325"/>
            <a:ext cx="219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950" b="0">
                <a:solidFill>
                  <a:srgbClr val="000000"/>
                </a:solidFill>
                <a:latin typeface="Arial"/>
                <a:ea typeface="Arial"/>
                <a:cs typeface="Arial"/>
              </a:defRPr>
            </a:defPPr>
            <a:lvl1pPr algn="ctr">
              <a:defRPr sz="1950" b="0">
                <a:solidFill>
                  <a:srgbClr val="000000"/>
                </a:solidFill>
                <a:latin typeface="Arial"/>
                <a:ea typeface="Arial"/>
                <a:cs typeface="Arial"/>
              </a:defRPr>
            </a:lvl1pPr>
            <a:lvl2pPr algn="ctr">
              <a:defRPr sz="1950" b="0">
                <a:solidFill>
                  <a:srgbClr val="000000"/>
                </a:solidFill>
                <a:latin typeface="Arial"/>
                <a:ea typeface="Arial"/>
                <a:cs typeface="Arial"/>
              </a:defRPr>
            </a:lvl2pPr>
            <a:lvl3pPr algn="ctr">
              <a:defRPr sz="1950" b="0">
                <a:solidFill>
                  <a:srgbClr val="000000"/>
                </a:solidFill>
                <a:latin typeface="Arial"/>
                <a:ea typeface="Arial"/>
                <a:cs typeface="Arial"/>
              </a:defRPr>
            </a:lvl3pPr>
            <a:lvl4pPr algn="ctr">
              <a:defRPr sz="1950" b="0">
                <a:solidFill>
                  <a:srgbClr val="000000"/>
                </a:solidFill>
                <a:latin typeface="Arial"/>
                <a:ea typeface="Arial"/>
                <a:cs typeface="Arial"/>
              </a:defRPr>
            </a:lvl4pPr>
            <a:lvl5pPr algn="ctr">
              <a:defRPr sz="1950" b="0">
                <a:solidFill>
                  <a:srgbClr val="000000"/>
                </a:solidFill>
                <a:latin typeface="Arial"/>
                <a:ea typeface="Arial"/>
                <a:cs typeface="Arial"/>
              </a:defRPr>
            </a:lvl5pPr>
            <a:lvl6pPr algn="ctr">
              <a:defRPr sz="1950" b="0">
                <a:solidFill>
                  <a:srgbClr val="000000"/>
                </a:solidFill>
                <a:latin typeface="Arial"/>
                <a:ea typeface="Arial"/>
                <a:cs typeface="Arial"/>
              </a:defRPr>
            </a:lvl6pPr>
            <a:lvl7pPr algn="ctr">
              <a:defRPr sz="1950" b="0">
                <a:solidFill>
                  <a:srgbClr val="000000"/>
                </a:solidFill>
                <a:latin typeface="Arial"/>
                <a:ea typeface="Arial"/>
                <a:cs typeface="Arial"/>
              </a:defRPr>
            </a:lvl7pPr>
            <a:lvl8pPr algn="ctr">
              <a:defRPr sz="1950" b="0">
                <a:solidFill>
                  <a:srgbClr val="000000"/>
                </a:solidFill>
                <a:latin typeface="Arial"/>
                <a:ea typeface="Arial"/>
                <a:cs typeface="Arial"/>
              </a:defRPr>
            </a:lvl8pPr>
            <a:lvl9pPr algn="ctr">
              <a:defRPr sz="1950" b="0">
                <a:solidFill>
                  <a:srgbClr val="000000"/>
                </a:solidFill>
                <a:latin typeface="Arial"/>
                <a:ea typeface="Arial"/>
                <a:cs typeface="Arial"/>
              </a:defRPr>
            </a:lvl9pPr>
          </a:lstStyle>
          <a:p xmlns:a="http://schemas.openxmlformats.org/drawingml/2006/main">
            <a:pPr algn="ctr">
              <a:defRPr sz="1950" b="0">
                <a:solidFill>
                  <a:srgbClr val="000000"/>
                </a:solidFill>
                <a:latin typeface="Arial"/>
                <a:ea typeface="Arial"/>
                <a:cs typeface="Arial"/>
              </a:defRPr>
            </a:pPr>
            <a:r>
              <a:rPr sz="1950" b="0">
                <a:solidFill>
                  <a:srgbClr val="000000"/>
                </a:solidFill>
                <a:latin typeface="Arial"/>
                <a:ea typeface="Arial"/>
                <a:cs typeface="Arial"/>
              </a:rPr>
              <a:t>Treated cells</a:t>
            </a:r>
          </a:p>
        </p:txBody>
      </p:sp>
      <p:pic>
        <p:nvPicPr>
          <p:cNvPr id="18" name="">
            <a:extLst xmlns:a="http://schemas.openxmlformats.org/drawingml/2006/main">
              <a:ext uri="{FF2B5EF4-FFF2-40B4-BE49-F238E27FC236}">
                <a16:creationId xmlns:a16="http://schemas.microsoft.com/office/drawing/2014/main" id="{D3408782-256A-4395-A864-32F673408DFA}"/>
              </a:ext>
            </a:extLst>
          </p:cNvPr>
          <p:cNvPicPr>
            <a:picLocks xmlns:a="http://schemas.openxmlformats.org/drawingml/2006/main" noChangeAspect="1"/>
          </p:cNvPicPr>
          <p:nvPr/>
        </p:nvPicPr>
        <p:blipFill>
          <a:blip xmlns:r="http://schemas.openxmlformats.org/officeDocument/2006/relationships" xmlns:a="http://schemas.openxmlformats.org/drawingml/2006/main" r:embed="Rb151afacfc1c453b"/>
          <a:stretch xmlns:a="http://schemas.openxmlformats.org/drawingml/2006/main"/>
        </p:blipFill>
        <p:spPr>
          <a:xfrm xmlns:a="http://schemas.openxmlformats.org/drawingml/2006/main">
            <a:off x="466725" y="2933700"/>
            <a:ext cx="3400425" cy="1581150"/>
          </a:xfrm>
          <a:prstGeom xmlns:a="http://schemas.openxmlformats.org/drawingml/2006/main" prst="rect">
            <a:avLst/>
          </a:prstGeom>
        </p:spPr>
      </p:pic>
      <p:sp>
        <p:nvSpPr>
          <p:cNvPr id="19" name="Control scale plate">
            <a:extLst xmlns:a="http://schemas.openxmlformats.org/drawingml/2006/main">
              <a:ext uri="{FF2B5EF4-FFF2-40B4-BE49-F238E27FC236}">
                <a16:creationId xmlns:a16="http://schemas.microsoft.com/office/drawing/2014/main" id="{DFAD35D7-7BCA-4C12-A188-053F5EC30945}"/>
              </a:ext>
            </a:extLst>
          </p:cNvPr>
          <p:cNvSpPr>
            <a:spLocks xmlns:a="http://schemas.openxmlformats.org/drawingml/2006/main" noGrp="1"/>
          </p:cNvSpPr>
          <p:nvPr/>
        </p:nvSpPr>
        <p:spPr>
          <a:xfrm xmlns:a="http://schemas.openxmlformats.org/drawingml/2006/main" rot="0">
            <a:off x="2981325" y="971550"/>
            <a:ext cx="866775" cy="342900"/>
          </a:xfrm>
          <a:prstGeom xmlns:a="http://schemas.openxmlformats.org/drawingml/2006/main" prst="rect">
            <a:avLst/>
          </a:prstGeom>
          <a:solidFill xmlns:a="http://schemas.openxmlformats.org/drawingml/2006/main">
            <a:srgbClr val="FFFFFF"/>
          </a:solidFill>
          <a:ln xmlns:a="http://schemas.openxmlformats.org/drawingml/2006/main" w="0">
            <a:noFill/>
          </a:ln>
        </p:spPr>
      </p:sp>
      <p:cxnSp>
        <p:nvCxnSpPr>
          <p:cNvPr id="20" name="Control 50 micrometer scale">
            <a:extLst xmlns:a="http://schemas.openxmlformats.org/drawingml/2006/main">
              <a:ext uri="{FF2B5EF4-FFF2-40B4-BE49-F238E27FC236}">
                <a16:creationId xmlns:a16="http://schemas.microsoft.com/office/drawing/2014/main" id="{81138DED-424A-4874-ACB0-D43F0F9D808F}"/>
              </a:ext>
            </a:extLst>
          </p:cNvPr>
          <p:cNvCxnSpPr/>
          <p:nvPr/>
        </p:nvCxnSpPr>
        <p:spPr>
          <a:xfrm xmlns:a="http://schemas.openxmlformats.org/drawingml/2006/main" flipH="0" flipV="0">
            <a:off x="3019425" y="1019175"/>
            <a:ext cx="790575" cy="0"/>
          </a:xfrm>
          <a:prstGeom xmlns:a="http://schemas.openxmlformats.org/drawingml/2006/main" prst="straightConnector1">
            <a:avLst/>
          </a:prstGeom>
          <a:ln xmlns:a="http://schemas.openxmlformats.org/drawingml/2006/main" w="38100">
            <a:solidFill>
              <a:srgbClr val="000000"/>
            </a:solidFill>
            <a:tailEnd type="none" w="med" len="med"/>
          </a:ln>
        </p:spPr>
      </p:cxnSp>
      <p:sp>
        <p:nvSpPr>
          <p:cNvPr id="21" name="Control scale label">
            <a:extLst xmlns:a="http://schemas.openxmlformats.org/drawingml/2006/main">
              <a:ext uri="{FF2B5EF4-FFF2-40B4-BE49-F238E27FC236}">
                <a16:creationId xmlns:a16="http://schemas.microsoft.com/office/drawing/2014/main" id="{765A18B1-637C-4C58-AF29-F5780FB9FFF6}"/>
              </a:ext>
            </a:extLst>
          </p:cNvPr>
          <p:cNvSpPr>
            <a:spLocks xmlns:a="http://schemas.openxmlformats.org/drawingml/2006/main" noGrp="1"/>
          </p:cNvSpPr>
          <p:nvPr/>
        </p:nvSpPr>
        <p:spPr>
          <a:xfrm xmlns:a="http://schemas.openxmlformats.org/drawingml/2006/main" rot="0">
            <a:off x="3000375" y="1066800"/>
            <a:ext cx="8286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050" b="0">
                <a:solidFill>
                  <a:srgbClr val="000000"/>
                </a:solidFill>
                <a:latin typeface="Arial"/>
                <a:ea typeface="Arial"/>
                <a:cs typeface="Arial"/>
              </a:defRPr>
            </a:defPPr>
            <a:lvl1pPr algn="ctr">
              <a:defRPr sz="1050" b="0">
                <a:solidFill>
                  <a:srgbClr val="000000"/>
                </a:solidFill>
                <a:latin typeface="Arial"/>
                <a:ea typeface="Arial"/>
                <a:cs typeface="Arial"/>
              </a:defRPr>
            </a:lvl1pPr>
            <a:lvl2pPr algn="ctr">
              <a:defRPr sz="1050" b="0">
                <a:solidFill>
                  <a:srgbClr val="000000"/>
                </a:solidFill>
                <a:latin typeface="Arial"/>
                <a:ea typeface="Arial"/>
                <a:cs typeface="Arial"/>
              </a:defRPr>
            </a:lvl2pPr>
            <a:lvl3pPr algn="ctr">
              <a:defRPr sz="1050" b="0">
                <a:solidFill>
                  <a:srgbClr val="000000"/>
                </a:solidFill>
                <a:latin typeface="Arial"/>
                <a:ea typeface="Arial"/>
                <a:cs typeface="Arial"/>
              </a:defRPr>
            </a:lvl3pPr>
            <a:lvl4pPr algn="ctr">
              <a:defRPr sz="1050" b="0">
                <a:solidFill>
                  <a:srgbClr val="000000"/>
                </a:solidFill>
                <a:latin typeface="Arial"/>
                <a:ea typeface="Arial"/>
                <a:cs typeface="Arial"/>
              </a:defRPr>
            </a:lvl4pPr>
            <a:lvl5pPr algn="ctr">
              <a:defRPr sz="1050" b="0">
                <a:solidFill>
                  <a:srgbClr val="000000"/>
                </a:solidFill>
                <a:latin typeface="Arial"/>
                <a:ea typeface="Arial"/>
                <a:cs typeface="Arial"/>
              </a:defRPr>
            </a:lvl5pPr>
            <a:lvl6pPr algn="ctr">
              <a:defRPr sz="1050" b="0">
                <a:solidFill>
                  <a:srgbClr val="000000"/>
                </a:solidFill>
                <a:latin typeface="Arial"/>
                <a:ea typeface="Arial"/>
                <a:cs typeface="Arial"/>
              </a:defRPr>
            </a:lvl6pPr>
            <a:lvl7pPr algn="ctr">
              <a:defRPr sz="1050" b="0">
                <a:solidFill>
                  <a:srgbClr val="000000"/>
                </a:solidFill>
                <a:latin typeface="Arial"/>
                <a:ea typeface="Arial"/>
                <a:cs typeface="Arial"/>
              </a:defRPr>
            </a:lvl7pPr>
            <a:lvl8pPr algn="ctr">
              <a:defRPr sz="1050" b="0">
                <a:solidFill>
                  <a:srgbClr val="000000"/>
                </a:solidFill>
                <a:latin typeface="Arial"/>
                <a:ea typeface="Arial"/>
                <a:cs typeface="Arial"/>
              </a:defRPr>
            </a:lvl8pPr>
            <a:lvl9pPr algn="ctr">
              <a:defRPr sz="1050" b="0">
                <a:solidFill>
                  <a:srgbClr val="000000"/>
                </a:solidFill>
                <a:latin typeface="Arial"/>
                <a:ea typeface="Arial"/>
                <a:cs typeface="Arial"/>
              </a:defRPr>
            </a:lvl9pPr>
          </a:lstStyle>
          <a:p xmlns:a="http://schemas.openxmlformats.org/drawingml/2006/main">
            <a:pPr algn="ctr">
              <a:defRPr sz="1050" b="0">
                <a:solidFill>
                  <a:srgbClr val="000000"/>
                </a:solidFill>
                <a:latin typeface="Arial"/>
                <a:ea typeface="Arial"/>
                <a:cs typeface="Arial"/>
              </a:defRPr>
            </a:pPr>
            <a:r>
              <a:rPr sz="1050" b="0">
                <a:solidFill>
                  <a:srgbClr val="000000"/>
                </a:solidFill>
                <a:latin typeface="Arial"/>
                <a:ea typeface="Arial"/>
                <a:cs typeface="Arial"/>
              </a:rPr>
              <a:t>50 μm</a:t>
            </a:r>
          </a:p>
        </p:txBody>
      </p:sp>
      <p:sp>
        <p:nvSpPr>
          <p:cNvPr id="22" name="Treated scale plate">
            <a:extLst xmlns:a="http://schemas.openxmlformats.org/drawingml/2006/main">
              <a:ext uri="{FF2B5EF4-FFF2-40B4-BE49-F238E27FC236}">
                <a16:creationId xmlns:a16="http://schemas.microsoft.com/office/drawing/2014/main" id="{E4199D8C-35D6-4A50-ADC1-E988F97176A4}"/>
              </a:ext>
            </a:extLst>
          </p:cNvPr>
          <p:cNvSpPr>
            <a:spLocks xmlns:a="http://schemas.openxmlformats.org/drawingml/2006/main" noGrp="1"/>
          </p:cNvSpPr>
          <p:nvPr/>
        </p:nvSpPr>
        <p:spPr>
          <a:xfrm xmlns:a="http://schemas.openxmlformats.org/drawingml/2006/main" rot="0">
            <a:off x="2819400" y="2943225"/>
            <a:ext cx="1038225" cy="419100"/>
          </a:xfrm>
          <a:prstGeom xmlns:a="http://schemas.openxmlformats.org/drawingml/2006/main" prst="rect">
            <a:avLst/>
          </a:prstGeom>
          <a:solidFill xmlns:a="http://schemas.openxmlformats.org/drawingml/2006/main">
            <a:srgbClr val="FFFFFF"/>
          </a:solidFill>
          <a:ln xmlns:a="http://schemas.openxmlformats.org/drawingml/2006/main" w="0">
            <a:noFill/>
          </a:ln>
        </p:spPr>
      </p:sp>
      <p:cxnSp>
        <p:nvCxnSpPr>
          <p:cNvPr id="23" name="Treated 50 micrometer scale">
            <a:extLst xmlns:a="http://schemas.openxmlformats.org/drawingml/2006/main">
              <a:ext uri="{FF2B5EF4-FFF2-40B4-BE49-F238E27FC236}">
                <a16:creationId xmlns:a16="http://schemas.microsoft.com/office/drawing/2014/main" id="{80AFBFDD-4DD0-4271-85BC-5A85121A9F9F}"/>
              </a:ext>
            </a:extLst>
          </p:cNvPr>
          <p:cNvCxnSpPr/>
          <p:nvPr/>
        </p:nvCxnSpPr>
        <p:spPr>
          <a:xfrm xmlns:a="http://schemas.openxmlformats.org/drawingml/2006/main" flipH="0" flipV="0">
            <a:off x="2857500" y="2990850"/>
            <a:ext cx="962025" cy="0"/>
          </a:xfrm>
          <a:prstGeom xmlns:a="http://schemas.openxmlformats.org/drawingml/2006/main" prst="straightConnector1">
            <a:avLst/>
          </a:prstGeom>
          <a:ln xmlns:a="http://schemas.openxmlformats.org/drawingml/2006/main" w="38100">
            <a:solidFill>
              <a:srgbClr val="000000"/>
            </a:solidFill>
            <a:tailEnd type="none" w="med" len="med"/>
          </a:ln>
        </p:spPr>
      </p:cxnSp>
      <p:sp>
        <p:nvSpPr>
          <p:cNvPr id="24" name="Treated scale label">
            <a:extLst xmlns:a="http://schemas.openxmlformats.org/drawingml/2006/main">
              <a:ext uri="{FF2B5EF4-FFF2-40B4-BE49-F238E27FC236}">
                <a16:creationId xmlns:a16="http://schemas.microsoft.com/office/drawing/2014/main" id="{C2B044EE-FBB0-4B88-A671-34E432070F03}"/>
              </a:ext>
            </a:extLst>
          </p:cNvPr>
          <p:cNvSpPr>
            <a:spLocks xmlns:a="http://schemas.openxmlformats.org/drawingml/2006/main" noGrp="1"/>
          </p:cNvSpPr>
          <p:nvPr/>
        </p:nvSpPr>
        <p:spPr>
          <a:xfrm xmlns:a="http://schemas.openxmlformats.org/drawingml/2006/main" rot="0">
            <a:off x="2838450" y="3038475"/>
            <a:ext cx="1000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350" b="0">
                <a:solidFill>
                  <a:srgbClr val="000000"/>
                </a:solidFill>
                <a:latin typeface="Arial"/>
                <a:ea typeface="Arial"/>
                <a:cs typeface="Arial"/>
              </a:defRPr>
            </a:defPPr>
            <a:lvl1pPr algn="ctr">
              <a:defRPr sz="1350" b="0">
                <a:solidFill>
                  <a:srgbClr val="000000"/>
                </a:solidFill>
                <a:latin typeface="Arial"/>
                <a:ea typeface="Arial"/>
                <a:cs typeface="Arial"/>
              </a:defRPr>
            </a:lvl1pPr>
            <a:lvl2pPr algn="ctr">
              <a:defRPr sz="1350" b="0">
                <a:solidFill>
                  <a:srgbClr val="000000"/>
                </a:solidFill>
                <a:latin typeface="Arial"/>
                <a:ea typeface="Arial"/>
                <a:cs typeface="Arial"/>
              </a:defRPr>
            </a:lvl2pPr>
            <a:lvl3pPr algn="ctr">
              <a:defRPr sz="1350" b="0">
                <a:solidFill>
                  <a:srgbClr val="000000"/>
                </a:solidFill>
                <a:latin typeface="Arial"/>
                <a:ea typeface="Arial"/>
                <a:cs typeface="Arial"/>
              </a:defRPr>
            </a:lvl3pPr>
            <a:lvl4pPr algn="ctr">
              <a:defRPr sz="1350" b="0">
                <a:solidFill>
                  <a:srgbClr val="000000"/>
                </a:solidFill>
                <a:latin typeface="Arial"/>
                <a:ea typeface="Arial"/>
                <a:cs typeface="Arial"/>
              </a:defRPr>
            </a:lvl4pPr>
            <a:lvl5pPr algn="ctr">
              <a:defRPr sz="1350" b="0">
                <a:solidFill>
                  <a:srgbClr val="000000"/>
                </a:solidFill>
                <a:latin typeface="Arial"/>
                <a:ea typeface="Arial"/>
                <a:cs typeface="Arial"/>
              </a:defRPr>
            </a:lvl5pPr>
            <a:lvl6pPr algn="ctr">
              <a:defRPr sz="1350" b="0">
                <a:solidFill>
                  <a:srgbClr val="000000"/>
                </a:solidFill>
                <a:latin typeface="Arial"/>
                <a:ea typeface="Arial"/>
                <a:cs typeface="Arial"/>
              </a:defRPr>
            </a:lvl6pPr>
            <a:lvl7pPr algn="ctr">
              <a:defRPr sz="1350" b="0">
                <a:solidFill>
                  <a:srgbClr val="000000"/>
                </a:solidFill>
                <a:latin typeface="Arial"/>
                <a:ea typeface="Arial"/>
                <a:cs typeface="Arial"/>
              </a:defRPr>
            </a:lvl7pPr>
            <a:lvl8pPr algn="ctr">
              <a:defRPr sz="1350" b="0">
                <a:solidFill>
                  <a:srgbClr val="000000"/>
                </a:solidFill>
                <a:latin typeface="Arial"/>
                <a:ea typeface="Arial"/>
                <a:cs typeface="Arial"/>
              </a:defRPr>
            </a:lvl8pPr>
            <a:lvl9pPr algn="ctr">
              <a:defRPr sz="1350" b="0">
                <a:solidFill>
                  <a:srgbClr val="000000"/>
                </a:solidFill>
                <a:latin typeface="Arial"/>
                <a:ea typeface="Arial"/>
                <a:cs typeface="Arial"/>
              </a:defRPr>
            </a:lvl9pPr>
          </a:lstStyle>
          <a:p xmlns:a="http://schemas.openxmlformats.org/drawingml/2006/main">
            <a:pPr algn="ctr">
              <a:defRPr sz="1350" b="0">
                <a:solidFill>
                  <a:srgbClr val="000000"/>
                </a:solidFill>
                <a:latin typeface="Arial"/>
                <a:ea typeface="Arial"/>
                <a:cs typeface="Arial"/>
              </a:defRPr>
            </a:pPr>
            <a:r>
              <a:rPr sz="1350" b="0">
                <a:solidFill>
                  <a:srgbClr val="000000"/>
                </a:solidFill>
                <a:latin typeface="Arial"/>
                <a:ea typeface="Arial"/>
                <a:cs typeface="Arial"/>
              </a:rPr>
              <a:t>50 μm</a:t>
            </a:r>
          </a:p>
        </p:txBody>
      </p:sp>
      <p:cxnSp>
        <p:nvCxnSpPr>
          <p:cNvPr id="25" name="T causes Y">
            <a:extLst xmlns:a="http://schemas.openxmlformats.org/drawingml/2006/main">
              <a:ext uri="{FF2B5EF4-FFF2-40B4-BE49-F238E27FC236}">
                <a16:creationId xmlns:a16="http://schemas.microsoft.com/office/drawing/2014/main" id="{E34E8466-A141-4FA8-967D-53209C3F38C0}"/>
              </a:ext>
            </a:extLst>
          </p:cNvPr>
          <p:cNvCxnSpPr/>
          <p:nvPr/>
        </p:nvCxnSpPr>
        <p:spPr>
          <a:xfrm xmlns:a="http://schemas.openxmlformats.org/drawingml/2006/main" flipH="0" flipV="0">
            <a:off x="7000875" y="1209675"/>
            <a:ext cx="952500" cy="0"/>
          </a:xfrm>
          <a:prstGeom xmlns:a="http://schemas.openxmlformats.org/drawingml/2006/main" prst="straightConnector1">
            <a:avLst/>
          </a:prstGeom>
          <a:ln xmlns:a="http://schemas.openxmlformats.org/drawingml/2006/main" w="38100">
            <a:solidFill>
              <a:srgbClr val="626262"/>
            </a:solidFill>
            <a:tailEnd type="triangle" w="med" len="med"/>
          </a:ln>
        </p:spPr>
      </p:cxnSp>
      <p:cxnSp>
        <p:nvCxnSpPr>
          <p:cNvPr id="26" name="C causes T">
            <a:extLst xmlns:a="http://schemas.openxmlformats.org/drawingml/2006/main">
              <a:ext uri="{FF2B5EF4-FFF2-40B4-BE49-F238E27FC236}">
                <a16:creationId xmlns:a16="http://schemas.microsoft.com/office/drawing/2014/main" id="{8495AF53-9A05-410F-B624-BCBDBDF049AA}"/>
              </a:ext>
            </a:extLst>
          </p:cNvPr>
          <p:cNvCxnSpPr/>
          <p:nvPr/>
        </p:nvCxnSpPr>
        <p:spPr>
          <a:xfrm xmlns:a="http://schemas.openxmlformats.org/drawingml/2006/main" flipH="0" flipV="1">
            <a:off x="6524625" y="1685925"/>
            <a:ext cx="0" cy="1190625"/>
          </a:xfrm>
          <a:prstGeom xmlns:a="http://schemas.openxmlformats.org/drawingml/2006/main" prst="straightConnector1">
            <a:avLst/>
          </a:prstGeom>
          <a:ln xmlns:a="http://schemas.openxmlformats.org/drawingml/2006/main" w="38100">
            <a:solidFill>
              <a:srgbClr val="626262"/>
            </a:solidFill>
            <a:tailEnd type="triangle" w="med" len="med"/>
          </a:ln>
        </p:spPr>
      </p:cxnSp>
      <p:cxnSp>
        <p:nvCxnSpPr>
          <p:cNvPr id="27" name="C causes Y">
            <a:extLst xmlns:a="http://schemas.openxmlformats.org/drawingml/2006/main">
              <a:ext uri="{FF2B5EF4-FFF2-40B4-BE49-F238E27FC236}">
                <a16:creationId xmlns:a16="http://schemas.microsoft.com/office/drawing/2014/main" id="{9AEABA97-1AF8-48B3-B3DD-95F769CDD278}"/>
              </a:ext>
            </a:extLst>
          </p:cNvPr>
          <p:cNvCxnSpPr/>
          <p:nvPr/>
        </p:nvCxnSpPr>
        <p:spPr>
          <a:xfrm xmlns:a="http://schemas.openxmlformats.org/drawingml/2006/main" flipH="0" flipV="1">
            <a:off x="6838950" y="1543050"/>
            <a:ext cx="1266825" cy="1466850"/>
          </a:xfrm>
          <a:prstGeom xmlns:a="http://schemas.openxmlformats.org/drawingml/2006/main" prst="straightConnector1">
            <a:avLst/>
          </a:prstGeom>
          <a:ln xmlns:a="http://schemas.openxmlformats.org/drawingml/2006/main" w="38100">
            <a:solidFill>
              <a:srgbClr val="626262"/>
            </a:solidFill>
            <a:tailEnd type="triangle" w="med" len="med"/>
          </a:ln>
        </p:spPr>
      </p:cxnSp>
      <p:cxnSp>
        <p:nvCxnSpPr>
          <p:cNvPr id="28" name="C causes O">
            <a:extLst xmlns:a="http://schemas.openxmlformats.org/drawingml/2006/main">
              <a:ext uri="{FF2B5EF4-FFF2-40B4-BE49-F238E27FC236}">
                <a16:creationId xmlns:a16="http://schemas.microsoft.com/office/drawing/2014/main" id="{E0D16692-B82E-46A2-BF8F-4294B822F9E4}"/>
              </a:ext>
            </a:extLst>
          </p:cNvPr>
          <p:cNvCxnSpPr/>
          <p:nvPr/>
        </p:nvCxnSpPr>
        <p:spPr>
          <a:xfrm xmlns:a="http://schemas.openxmlformats.org/drawingml/2006/main" flipH="0" flipV="0">
            <a:off x="7000875" y="3343275"/>
            <a:ext cx="952500" cy="0"/>
          </a:xfrm>
          <a:prstGeom xmlns:a="http://schemas.openxmlformats.org/drawingml/2006/main" prst="straightConnector1">
            <a:avLst/>
          </a:prstGeom>
          <a:ln xmlns:a="http://schemas.openxmlformats.org/drawingml/2006/main" w="38100">
            <a:solidFill>
              <a:srgbClr val="626262"/>
            </a:solidFill>
            <a:tailEnd type="triangle" w="med" len="med"/>
          </a:ln>
        </p:spPr>
      </p:cxnSp>
      <p:cxnSp>
        <p:nvCxnSpPr>
          <p:cNvPr id="29" name="Y causes O">
            <a:extLst xmlns:a="http://schemas.openxmlformats.org/drawingml/2006/main">
              <a:ext uri="{FF2B5EF4-FFF2-40B4-BE49-F238E27FC236}">
                <a16:creationId xmlns:a16="http://schemas.microsoft.com/office/drawing/2014/main" id="{24F19C3A-70F6-48F4-A054-CB92F246C461}"/>
              </a:ext>
            </a:extLst>
          </p:cNvPr>
          <p:cNvCxnSpPr/>
          <p:nvPr/>
        </p:nvCxnSpPr>
        <p:spPr>
          <a:xfrm xmlns:a="http://schemas.openxmlformats.org/drawingml/2006/main" flipH="0" flipV="0">
            <a:off x="8429625" y="1695450"/>
            <a:ext cx="0" cy="1181100"/>
          </a:xfrm>
          <a:prstGeom xmlns:a="http://schemas.openxmlformats.org/drawingml/2006/main" prst="straightConnector1">
            <a:avLst/>
          </a:prstGeom>
          <a:ln xmlns:a="http://schemas.openxmlformats.org/drawingml/2006/main" w="38100">
            <a:solidFill>
              <a:srgbClr val="626262"/>
            </a:solidFill>
            <a:tailEnd type="triangle" w="med" len="med"/>
          </a:ln>
        </p:spPr>
      </p:cxnSp>
      <p:sp>
        <p:nvSpPr>
          <p:cNvPr id="30" name="Treatment">
            <a:extLst xmlns:a="http://schemas.openxmlformats.org/drawingml/2006/main">
              <a:ext uri="{FF2B5EF4-FFF2-40B4-BE49-F238E27FC236}">
                <a16:creationId xmlns:a16="http://schemas.microsoft.com/office/drawing/2014/main" id="{689D9F8C-272E-42FE-ACB2-E2116BF193A7}"/>
              </a:ext>
            </a:extLst>
          </p:cNvPr>
          <p:cNvSpPr>
            <a:spLocks xmlns:a="http://schemas.openxmlformats.org/drawingml/2006/main" noGrp="1"/>
          </p:cNvSpPr>
          <p:nvPr/>
        </p:nvSpPr>
        <p:spPr>
          <a:xfrm xmlns:a="http://schemas.openxmlformats.org/drawingml/2006/main" rot="0">
            <a:off x="6076950" y="762000"/>
            <a:ext cx="895350" cy="895350"/>
          </a:xfrm>
          <a:prstGeom xmlns:a="http://schemas.openxmlformats.org/drawingml/2006/main" prst="ellipse">
            <a:avLst/>
          </a:prstGeom>
          <a:solidFill xmlns:a="http://schemas.openxmlformats.org/drawingml/2006/main">
            <a:srgbClr val="FFFFFF"/>
          </a:solidFill>
          <a:ln xmlns:a="http://schemas.openxmlformats.org/drawingml/2006/main" w="22860">
            <a:solidFill>
              <a:srgbClr val="626262"/>
            </a:solidFill>
          </a:ln>
        </p:spPr>
      </p:sp>
      <p:sp>
        <p:nvSpPr>
          <p:cNvPr id="31" name="Treatment label">
            <a:extLst xmlns:a="http://schemas.openxmlformats.org/drawingml/2006/main">
              <a:ext uri="{FF2B5EF4-FFF2-40B4-BE49-F238E27FC236}">
                <a16:creationId xmlns:a16="http://schemas.microsoft.com/office/drawing/2014/main" id="{F067E0F2-09E5-48A7-81BF-3426C1C0830F}"/>
              </a:ext>
            </a:extLst>
          </p:cNvPr>
          <p:cNvSpPr>
            <a:spLocks xmlns:a="http://schemas.openxmlformats.org/drawingml/2006/main" noGrp="1"/>
          </p:cNvSpPr>
          <p:nvPr/>
        </p:nvSpPr>
        <p:spPr>
          <a:xfrm xmlns:a="http://schemas.openxmlformats.org/drawingml/2006/main" rot="0">
            <a:off x="6143625" y="857250"/>
            <a:ext cx="76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000000"/>
                </a:solidFill>
                <a:latin typeface="Times New Roman"/>
                <a:ea typeface="Times New Roman"/>
                <a:cs typeface="Times New Roman"/>
              </a:defRPr>
            </a:defPPr>
            <a:lvl1pPr algn="ctr">
              <a:defRPr sz="2700" b="1">
                <a:solidFill>
                  <a:srgbClr val="000000"/>
                </a:solidFill>
                <a:latin typeface="Times New Roman"/>
                <a:ea typeface="Times New Roman"/>
                <a:cs typeface="Times New Roman"/>
              </a:defRPr>
            </a:lvl1pPr>
            <a:lvl2pPr algn="ctr">
              <a:defRPr sz="2700" b="1">
                <a:solidFill>
                  <a:srgbClr val="000000"/>
                </a:solidFill>
                <a:latin typeface="Times New Roman"/>
                <a:ea typeface="Times New Roman"/>
                <a:cs typeface="Times New Roman"/>
              </a:defRPr>
            </a:lvl2pPr>
            <a:lvl3pPr algn="ctr">
              <a:defRPr sz="2700" b="1">
                <a:solidFill>
                  <a:srgbClr val="000000"/>
                </a:solidFill>
                <a:latin typeface="Times New Roman"/>
                <a:ea typeface="Times New Roman"/>
                <a:cs typeface="Times New Roman"/>
              </a:defRPr>
            </a:lvl3pPr>
            <a:lvl4pPr algn="ctr">
              <a:defRPr sz="2700" b="1">
                <a:solidFill>
                  <a:srgbClr val="000000"/>
                </a:solidFill>
                <a:latin typeface="Times New Roman"/>
                <a:ea typeface="Times New Roman"/>
                <a:cs typeface="Times New Roman"/>
              </a:defRPr>
            </a:lvl4pPr>
            <a:lvl5pPr algn="ctr">
              <a:defRPr sz="2700" b="1">
                <a:solidFill>
                  <a:srgbClr val="000000"/>
                </a:solidFill>
                <a:latin typeface="Times New Roman"/>
                <a:ea typeface="Times New Roman"/>
                <a:cs typeface="Times New Roman"/>
              </a:defRPr>
            </a:lvl5pPr>
            <a:lvl6pPr algn="ctr">
              <a:defRPr sz="2700" b="1">
                <a:solidFill>
                  <a:srgbClr val="000000"/>
                </a:solidFill>
                <a:latin typeface="Times New Roman"/>
                <a:ea typeface="Times New Roman"/>
                <a:cs typeface="Times New Roman"/>
              </a:defRPr>
            </a:lvl6pPr>
            <a:lvl7pPr algn="ctr">
              <a:defRPr sz="2700" b="1">
                <a:solidFill>
                  <a:srgbClr val="000000"/>
                </a:solidFill>
                <a:latin typeface="Times New Roman"/>
                <a:ea typeface="Times New Roman"/>
                <a:cs typeface="Times New Roman"/>
              </a:defRPr>
            </a:lvl7pPr>
            <a:lvl8pPr algn="ctr">
              <a:defRPr sz="2700" b="1">
                <a:solidFill>
                  <a:srgbClr val="000000"/>
                </a:solidFill>
                <a:latin typeface="Times New Roman"/>
                <a:ea typeface="Times New Roman"/>
                <a:cs typeface="Times New Roman"/>
              </a:defRPr>
            </a:lvl8pPr>
            <a:lvl9pPr algn="ctr">
              <a:defRPr sz="2700" b="1">
                <a:solidFill>
                  <a:srgbClr val="000000"/>
                </a:solidFill>
                <a:latin typeface="Times New Roman"/>
                <a:ea typeface="Times New Roman"/>
                <a:cs typeface="Times New Roman"/>
              </a:defRPr>
            </a:lvl9pPr>
          </a:lstStyle>
          <a:p xmlns:a="http://schemas.openxmlformats.org/drawingml/2006/main">
            <a:pPr algn="ctr">
              <a:defRPr sz="2700" b="1">
                <a:solidFill>
                  <a:srgbClr val="000000"/>
                </a:solidFill>
                <a:latin typeface="Times New Roman"/>
                <a:ea typeface="Times New Roman"/>
                <a:cs typeface="Times New Roman"/>
              </a:defRPr>
            </a:pPr>
            <a:r>
              <a:rPr sz="2700" b="1">
                <a:solidFill>
                  <a:srgbClr val="000000"/>
                </a:solidFill>
                <a:latin typeface="Times New Roman"/>
                <a:ea typeface="Times New Roman"/>
                <a:cs typeface="Times New Roman"/>
              </a:rPr>
              <a:t>T</a:t>
            </a:r>
          </a:p>
        </p:txBody>
      </p:sp>
      <p:sp>
        <p:nvSpPr>
          <p:cNvPr id="32" name="Phenotype latent">
            <a:extLst xmlns:a="http://schemas.openxmlformats.org/drawingml/2006/main">
              <a:ext uri="{FF2B5EF4-FFF2-40B4-BE49-F238E27FC236}">
                <a16:creationId xmlns:a16="http://schemas.microsoft.com/office/drawing/2014/main" id="{BBB4E2D8-8E7F-4293-84B4-05AEE021E0CD}"/>
              </a:ext>
            </a:extLst>
          </p:cNvPr>
          <p:cNvSpPr>
            <a:spLocks xmlns:a="http://schemas.openxmlformats.org/drawingml/2006/main" noGrp="1"/>
          </p:cNvSpPr>
          <p:nvPr/>
        </p:nvSpPr>
        <p:spPr>
          <a:xfrm xmlns:a="http://schemas.openxmlformats.org/drawingml/2006/main" rot="0">
            <a:off x="7981950" y="762000"/>
            <a:ext cx="895350" cy="895350"/>
          </a:xfrm>
          <a:prstGeom xmlns:a="http://schemas.openxmlformats.org/drawingml/2006/main" prst="ellipse">
            <a:avLst/>
          </a:prstGeom>
          <a:solidFill xmlns:a="http://schemas.openxmlformats.org/drawingml/2006/main">
            <a:srgbClr val="B9B9B9"/>
          </a:solidFill>
          <a:ln xmlns:a="http://schemas.openxmlformats.org/drawingml/2006/main" w="22860">
            <a:solidFill>
              <a:srgbClr val="626262"/>
            </a:solidFill>
          </a:ln>
        </p:spPr>
      </p:sp>
      <p:sp>
        <p:nvSpPr>
          <p:cNvPr id="33" name="Phenotype latent label">
            <a:extLst xmlns:a="http://schemas.openxmlformats.org/drawingml/2006/main">
              <a:ext uri="{FF2B5EF4-FFF2-40B4-BE49-F238E27FC236}">
                <a16:creationId xmlns:a16="http://schemas.microsoft.com/office/drawing/2014/main" id="{EAE6704A-6D56-485A-900F-A95CB22C256B}"/>
              </a:ext>
            </a:extLst>
          </p:cNvPr>
          <p:cNvSpPr>
            <a:spLocks xmlns:a="http://schemas.openxmlformats.org/drawingml/2006/main" noGrp="1"/>
          </p:cNvSpPr>
          <p:nvPr/>
        </p:nvSpPr>
        <p:spPr>
          <a:xfrm xmlns:a="http://schemas.openxmlformats.org/drawingml/2006/main" rot="0">
            <a:off x="8048625" y="857250"/>
            <a:ext cx="76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000000"/>
                </a:solidFill>
                <a:latin typeface="Times New Roman"/>
                <a:ea typeface="Times New Roman"/>
                <a:cs typeface="Times New Roman"/>
              </a:defRPr>
            </a:defPPr>
            <a:lvl1pPr algn="ctr">
              <a:defRPr sz="2700" b="1">
                <a:solidFill>
                  <a:srgbClr val="000000"/>
                </a:solidFill>
                <a:latin typeface="Times New Roman"/>
                <a:ea typeface="Times New Roman"/>
                <a:cs typeface="Times New Roman"/>
              </a:defRPr>
            </a:lvl1pPr>
            <a:lvl2pPr algn="ctr">
              <a:defRPr sz="2700" b="1">
                <a:solidFill>
                  <a:srgbClr val="000000"/>
                </a:solidFill>
                <a:latin typeface="Times New Roman"/>
                <a:ea typeface="Times New Roman"/>
                <a:cs typeface="Times New Roman"/>
              </a:defRPr>
            </a:lvl2pPr>
            <a:lvl3pPr algn="ctr">
              <a:defRPr sz="2700" b="1">
                <a:solidFill>
                  <a:srgbClr val="000000"/>
                </a:solidFill>
                <a:latin typeface="Times New Roman"/>
                <a:ea typeface="Times New Roman"/>
                <a:cs typeface="Times New Roman"/>
              </a:defRPr>
            </a:lvl3pPr>
            <a:lvl4pPr algn="ctr">
              <a:defRPr sz="2700" b="1">
                <a:solidFill>
                  <a:srgbClr val="000000"/>
                </a:solidFill>
                <a:latin typeface="Times New Roman"/>
                <a:ea typeface="Times New Roman"/>
                <a:cs typeface="Times New Roman"/>
              </a:defRPr>
            </a:lvl4pPr>
            <a:lvl5pPr algn="ctr">
              <a:defRPr sz="2700" b="1">
                <a:solidFill>
                  <a:srgbClr val="000000"/>
                </a:solidFill>
                <a:latin typeface="Times New Roman"/>
                <a:ea typeface="Times New Roman"/>
                <a:cs typeface="Times New Roman"/>
              </a:defRPr>
            </a:lvl5pPr>
            <a:lvl6pPr algn="ctr">
              <a:defRPr sz="2700" b="1">
                <a:solidFill>
                  <a:srgbClr val="000000"/>
                </a:solidFill>
                <a:latin typeface="Times New Roman"/>
                <a:ea typeface="Times New Roman"/>
                <a:cs typeface="Times New Roman"/>
              </a:defRPr>
            </a:lvl6pPr>
            <a:lvl7pPr algn="ctr">
              <a:defRPr sz="2700" b="1">
                <a:solidFill>
                  <a:srgbClr val="000000"/>
                </a:solidFill>
                <a:latin typeface="Times New Roman"/>
                <a:ea typeface="Times New Roman"/>
                <a:cs typeface="Times New Roman"/>
              </a:defRPr>
            </a:lvl7pPr>
            <a:lvl8pPr algn="ctr">
              <a:defRPr sz="2700" b="1">
                <a:solidFill>
                  <a:srgbClr val="000000"/>
                </a:solidFill>
                <a:latin typeface="Times New Roman"/>
                <a:ea typeface="Times New Roman"/>
                <a:cs typeface="Times New Roman"/>
              </a:defRPr>
            </a:lvl8pPr>
            <a:lvl9pPr algn="ctr">
              <a:defRPr sz="2700" b="1">
                <a:solidFill>
                  <a:srgbClr val="000000"/>
                </a:solidFill>
                <a:latin typeface="Times New Roman"/>
                <a:ea typeface="Times New Roman"/>
                <a:cs typeface="Times New Roman"/>
              </a:defRPr>
            </a:lvl9pPr>
          </a:lstStyle>
          <a:p xmlns:a="http://schemas.openxmlformats.org/drawingml/2006/main">
            <a:pPr algn="ctr">
              <a:defRPr sz="2700" b="1">
                <a:solidFill>
                  <a:srgbClr val="000000"/>
                </a:solidFill>
                <a:latin typeface="Times New Roman"/>
                <a:ea typeface="Times New Roman"/>
                <a:cs typeface="Times New Roman"/>
              </a:defRPr>
            </a:pPr>
            <a:r>
              <a:rPr sz="2700" b="1">
                <a:solidFill>
                  <a:srgbClr val="000000"/>
                </a:solidFill>
                <a:latin typeface="Times New Roman"/>
                <a:ea typeface="Times New Roman"/>
                <a:cs typeface="Times New Roman"/>
              </a:rPr>
              <a:t>Y</a:t>
            </a:r>
          </a:p>
        </p:txBody>
      </p:sp>
      <p:sp>
        <p:nvSpPr>
          <p:cNvPr id="34" name="Confounder latent">
            <a:extLst xmlns:a="http://schemas.openxmlformats.org/drawingml/2006/main">
              <a:ext uri="{FF2B5EF4-FFF2-40B4-BE49-F238E27FC236}">
                <a16:creationId xmlns:a16="http://schemas.microsoft.com/office/drawing/2014/main" id="{E23039C3-BC22-44F3-B63C-05FE4F7C1F42}"/>
              </a:ext>
            </a:extLst>
          </p:cNvPr>
          <p:cNvSpPr>
            <a:spLocks xmlns:a="http://schemas.openxmlformats.org/drawingml/2006/main" noGrp="1"/>
          </p:cNvSpPr>
          <p:nvPr/>
        </p:nvSpPr>
        <p:spPr>
          <a:xfrm xmlns:a="http://schemas.openxmlformats.org/drawingml/2006/main" rot="0">
            <a:off x="6076950" y="2895600"/>
            <a:ext cx="895350" cy="895350"/>
          </a:xfrm>
          <a:prstGeom xmlns:a="http://schemas.openxmlformats.org/drawingml/2006/main" prst="ellipse">
            <a:avLst/>
          </a:prstGeom>
          <a:solidFill xmlns:a="http://schemas.openxmlformats.org/drawingml/2006/main">
            <a:srgbClr val="B9B9B9"/>
          </a:solidFill>
          <a:ln xmlns:a="http://schemas.openxmlformats.org/drawingml/2006/main" w="22860">
            <a:solidFill>
              <a:srgbClr val="626262"/>
            </a:solidFill>
          </a:ln>
        </p:spPr>
      </p:sp>
      <p:sp>
        <p:nvSpPr>
          <p:cNvPr id="35" name="Confounder latent label">
            <a:extLst xmlns:a="http://schemas.openxmlformats.org/drawingml/2006/main">
              <a:ext uri="{FF2B5EF4-FFF2-40B4-BE49-F238E27FC236}">
                <a16:creationId xmlns:a16="http://schemas.microsoft.com/office/drawing/2014/main" id="{751C4095-E934-42FB-A923-B45E1EE335B3}"/>
              </a:ext>
            </a:extLst>
          </p:cNvPr>
          <p:cNvSpPr>
            <a:spLocks xmlns:a="http://schemas.openxmlformats.org/drawingml/2006/main" noGrp="1"/>
          </p:cNvSpPr>
          <p:nvPr/>
        </p:nvSpPr>
        <p:spPr>
          <a:xfrm xmlns:a="http://schemas.openxmlformats.org/drawingml/2006/main" rot="0">
            <a:off x="6143625" y="2990850"/>
            <a:ext cx="76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000000"/>
                </a:solidFill>
                <a:latin typeface="Times New Roman"/>
                <a:ea typeface="Times New Roman"/>
                <a:cs typeface="Times New Roman"/>
              </a:defRPr>
            </a:defPPr>
            <a:lvl1pPr algn="ctr">
              <a:defRPr sz="2700" b="1">
                <a:solidFill>
                  <a:srgbClr val="000000"/>
                </a:solidFill>
                <a:latin typeface="Times New Roman"/>
                <a:ea typeface="Times New Roman"/>
                <a:cs typeface="Times New Roman"/>
              </a:defRPr>
            </a:lvl1pPr>
            <a:lvl2pPr algn="ctr">
              <a:defRPr sz="2700" b="1">
                <a:solidFill>
                  <a:srgbClr val="000000"/>
                </a:solidFill>
                <a:latin typeface="Times New Roman"/>
                <a:ea typeface="Times New Roman"/>
                <a:cs typeface="Times New Roman"/>
              </a:defRPr>
            </a:lvl2pPr>
            <a:lvl3pPr algn="ctr">
              <a:defRPr sz="2700" b="1">
                <a:solidFill>
                  <a:srgbClr val="000000"/>
                </a:solidFill>
                <a:latin typeface="Times New Roman"/>
                <a:ea typeface="Times New Roman"/>
                <a:cs typeface="Times New Roman"/>
              </a:defRPr>
            </a:lvl3pPr>
            <a:lvl4pPr algn="ctr">
              <a:defRPr sz="2700" b="1">
                <a:solidFill>
                  <a:srgbClr val="000000"/>
                </a:solidFill>
                <a:latin typeface="Times New Roman"/>
                <a:ea typeface="Times New Roman"/>
                <a:cs typeface="Times New Roman"/>
              </a:defRPr>
            </a:lvl4pPr>
            <a:lvl5pPr algn="ctr">
              <a:defRPr sz="2700" b="1">
                <a:solidFill>
                  <a:srgbClr val="000000"/>
                </a:solidFill>
                <a:latin typeface="Times New Roman"/>
                <a:ea typeface="Times New Roman"/>
                <a:cs typeface="Times New Roman"/>
              </a:defRPr>
            </a:lvl5pPr>
            <a:lvl6pPr algn="ctr">
              <a:defRPr sz="2700" b="1">
                <a:solidFill>
                  <a:srgbClr val="000000"/>
                </a:solidFill>
                <a:latin typeface="Times New Roman"/>
                <a:ea typeface="Times New Roman"/>
                <a:cs typeface="Times New Roman"/>
              </a:defRPr>
            </a:lvl6pPr>
            <a:lvl7pPr algn="ctr">
              <a:defRPr sz="2700" b="1">
                <a:solidFill>
                  <a:srgbClr val="000000"/>
                </a:solidFill>
                <a:latin typeface="Times New Roman"/>
                <a:ea typeface="Times New Roman"/>
                <a:cs typeface="Times New Roman"/>
              </a:defRPr>
            </a:lvl7pPr>
            <a:lvl8pPr algn="ctr">
              <a:defRPr sz="2700" b="1">
                <a:solidFill>
                  <a:srgbClr val="000000"/>
                </a:solidFill>
                <a:latin typeface="Times New Roman"/>
                <a:ea typeface="Times New Roman"/>
                <a:cs typeface="Times New Roman"/>
              </a:defRPr>
            </a:lvl8pPr>
            <a:lvl9pPr algn="ctr">
              <a:defRPr sz="2700" b="1">
                <a:solidFill>
                  <a:srgbClr val="000000"/>
                </a:solidFill>
                <a:latin typeface="Times New Roman"/>
                <a:ea typeface="Times New Roman"/>
                <a:cs typeface="Times New Roman"/>
              </a:defRPr>
            </a:lvl9pPr>
          </a:lstStyle>
          <a:p xmlns:a="http://schemas.openxmlformats.org/drawingml/2006/main">
            <a:pPr algn="ctr">
              <a:defRPr sz="2700" b="1">
                <a:solidFill>
                  <a:srgbClr val="000000"/>
                </a:solidFill>
                <a:latin typeface="Times New Roman"/>
                <a:ea typeface="Times New Roman"/>
                <a:cs typeface="Times New Roman"/>
              </a:defRPr>
            </a:pPr>
            <a:r>
              <a:rPr sz="2700" b="1">
                <a:solidFill>
                  <a:srgbClr val="000000"/>
                </a:solidFill>
                <a:latin typeface="Times New Roman"/>
                <a:ea typeface="Times New Roman"/>
                <a:cs typeface="Times New Roman"/>
              </a:rPr>
              <a:t>C</a:t>
            </a:r>
          </a:p>
        </p:txBody>
      </p:sp>
      <p:sp>
        <p:nvSpPr>
          <p:cNvPr id="36" name="Observation">
            <a:extLst xmlns:a="http://schemas.openxmlformats.org/drawingml/2006/main">
              <a:ext uri="{FF2B5EF4-FFF2-40B4-BE49-F238E27FC236}">
                <a16:creationId xmlns:a16="http://schemas.microsoft.com/office/drawing/2014/main" id="{78BD9399-4B54-4412-B16E-61C7BF99D325}"/>
              </a:ext>
            </a:extLst>
          </p:cNvPr>
          <p:cNvSpPr>
            <a:spLocks xmlns:a="http://schemas.openxmlformats.org/drawingml/2006/main" noGrp="1"/>
          </p:cNvSpPr>
          <p:nvPr/>
        </p:nvSpPr>
        <p:spPr>
          <a:xfrm xmlns:a="http://schemas.openxmlformats.org/drawingml/2006/main" rot="0">
            <a:off x="7981950" y="2895600"/>
            <a:ext cx="895350" cy="895350"/>
          </a:xfrm>
          <a:prstGeom xmlns:a="http://schemas.openxmlformats.org/drawingml/2006/main" prst="ellipse">
            <a:avLst/>
          </a:prstGeom>
          <a:solidFill xmlns:a="http://schemas.openxmlformats.org/drawingml/2006/main">
            <a:srgbClr val="FFFFFF"/>
          </a:solidFill>
          <a:ln xmlns:a="http://schemas.openxmlformats.org/drawingml/2006/main" w="22860">
            <a:solidFill>
              <a:srgbClr val="626262"/>
            </a:solidFill>
          </a:ln>
        </p:spPr>
      </p:sp>
      <p:sp>
        <p:nvSpPr>
          <p:cNvPr id="37" name="Observation label">
            <a:extLst xmlns:a="http://schemas.openxmlformats.org/drawingml/2006/main">
              <a:ext uri="{FF2B5EF4-FFF2-40B4-BE49-F238E27FC236}">
                <a16:creationId xmlns:a16="http://schemas.microsoft.com/office/drawing/2014/main" id="{03966890-6E57-4EDC-8B86-D9779214C3F1}"/>
              </a:ext>
            </a:extLst>
          </p:cNvPr>
          <p:cNvSpPr>
            <a:spLocks xmlns:a="http://schemas.openxmlformats.org/drawingml/2006/main" noGrp="1"/>
          </p:cNvSpPr>
          <p:nvPr/>
        </p:nvSpPr>
        <p:spPr>
          <a:xfrm xmlns:a="http://schemas.openxmlformats.org/drawingml/2006/main" rot="0">
            <a:off x="8048625" y="2990850"/>
            <a:ext cx="76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000000"/>
                </a:solidFill>
                <a:latin typeface="Times New Roman"/>
                <a:ea typeface="Times New Roman"/>
                <a:cs typeface="Times New Roman"/>
              </a:defRPr>
            </a:defPPr>
            <a:lvl1pPr algn="ctr">
              <a:defRPr sz="2700" b="1">
                <a:solidFill>
                  <a:srgbClr val="000000"/>
                </a:solidFill>
                <a:latin typeface="Times New Roman"/>
                <a:ea typeface="Times New Roman"/>
                <a:cs typeface="Times New Roman"/>
              </a:defRPr>
            </a:lvl1pPr>
            <a:lvl2pPr algn="ctr">
              <a:defRPr sz="2700" b="1">
                <a:solidFill>
                  <a:srgbClr val="000000"/>
                </a:solidFill>
                <a:latin typeface="Times New Roman"/>
                <a:ea typeface="Times New Roman"/>
                <a:cs typeface="Times New Roman"/>
              </a:defRPr>
            </a:lvl2pPr>
            <a:lvl3pPr algn="ctr">
              <a:defRPr sz="2700" b="1">
                <a:solidFill>
                  <a:srgbClr val="000000"/>
                </a:solidFill>
                <a:latin typeface="Times New Roman"/>
                <a:ea typeface="Times New Roman"/>
                <a:cs typeface="Times New Roman"/>
              </a:defRPr>
            </a:lvl3pPr>
            <a:lvl4pPr algn="ctr">
              <a:defRPr sz="2700" b="1">
                <a:solidFill>
                  <a:srgbClr val="000000"/>
                </a:solidFill>
                <a:latin typeface="Times New Roman"/>
                <a:ea typeface="Times New Roman"/>
                <a:cs typeface="Times New Roman"/>
              </a:defRPr>
            </a:lvl4pPr>
            <a:lvl5pPr algn="ctr">
              <a:defRPr sz="2700" b="1">
                <a:solidFill>
                  <a:srgbClr val="000000"/>
                </a:solidFill>
                <a:latin typeface="Times New Roman"/>
                <a:ea typeface="Times New Roman"/>
                <a:cs typeface="Times New Roman"/>
              </a:defRPr>
            </a:lvl5pPr>
            <a:lvl6pPr algn="ctr">
              <a:defRPr sz="2700" b="1">
                <a:solidFill>
                  <a:srgbClr val="000000"/>
                </a:solidFill>
                <a:latin typeface="Times New Roman"/>
                <a:ea typeface="Times New Roman"/>
                <a:cs typeface="Times New Roman"/>
              </a:defRPr>
            </a:lvl6pPr>
            <a:lvl7pPr algn="ctr">
              <a:defRPr sz="2700" b="1">
                <a:solidFill>
                  <a:srgbClr val="000000"/>
                </a:solidFill>
                <a:latin typeface="Times New Roman"/>
                <a:ea typeface="Times New Roman"/>
                <a:cs typeface="Times New Roman"/>
              </a:defRPr>
            </a:lvl7pPr>
            <a:lvl8pPr algn="ctr">
              <a:defRPr sz="2700" b="1">
                <a:solidFill>
                  <a:srgbClr val="000000"/>
                </a:solidFill>
                <a:latin typeface="Times New Roman"/>
                <a:ea typeface="Times New Roman"/>
                <a:cs typeface="Times New Roman"/>
              </a:defRPr>
            </a:lvl8pPr>
            <a:lvl9pPr algn="ctr">
              <a:defRPr sz="2700" b="1">
                <a:solidFill>
                  <a:srgbClr val="000000"/>
                </a:solidFill>
                <a:latin typeface="Times New Roman"/>
                <a:ea typeface="Times New Roman"/>
                <a:cs typeface="Times New Roman"/>
              </a:defRPr>
            </a:lvl9pPr>
          </a:lstStyle>
          <a:p xmlns:a="http://schemas.openxmlformats.org/drawingml/2006/main">
            <a:pPr algn="ctr">
              <a:defRPr sz="2700" b="1">
                <a:solidFill>
                  <a:srgbClr val="000000"/>
                </a:solidFill>
                <a:latin typeface="Times New Roman"/>
                <a:ea typeface="Times New Roman"/>
                <a:cs typeface="Times New Roman"/>
              </a:defRPr>
            </a:pPr>
            <a:r>
              <a:rPr sz="2700" b="1">
                <a:solidFill>
                  <a:srgbClr val="000000"/>
                </a:solidFill>
                <a:latin typeface="Times New Roman"/>
                <a:ea typeface="Times New Roman"/>
                <a:cs typeface="Times New Roman"/>
              </a:rPr>
              <a:t>O</a:t>
            </a:r>
          </a:p>
        </p:txBody>
      </p:sp>
      <p:sp>
        <p:nvSpPr>
          <p:cNvPr id="38" name="Intervention caption">
            <a:extLst xmlns:a="http://schemas.openxmlformats.org/drawingml/2006/main">
              <a:ext uri="{FF2B5EF4-FFF2-40B4-BE49-F238E27FC236}">
                <a16:creationId xmlns:a16="http://schemas.microsoft.com/office/drawing/2014/main" id="{F5E0FC58-3010-4259-9649-251D43078670}"/>
              </a:ext>
            </a:extLst>
          </p:cNvPr>
          <p:cNvSpPr>
            <a:spLocks xmlns:a="http://schemas.openxmlformats.org/drawingml/2006/main" noGrp="1"/>
          </p:cNvSpPr>
          <p:nvPr/>
        </p:nvSpPr>
        <p:spPr>
          <a:xfrm xmlns:a="http://schemas.openxmlformats.org/drawingml/2006/main" rot="0">
            <a:off x="4362450" y="466725"/>
            <a:ext cx="176212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0">
                <a:solidFill>
                  <a:srgbClr val="000000"/>
                </a:solidFill>
                <a:latin typeface="Arial"/>
                <a:ea typeface="Arial"/>
                <a:cs typeface="Arial"/>
              </a:defRPr>
            </a:defPPr>
            <a:lvl1pPr algn="ctr">
              <a:defRPr sz="2175" b="0">
                <a:solidFill>
                  <a:srgbClr val="000000"/>
                </a:solidFill>
                <a:latin typeface="Arial"/>
                <a:ea typeface="Arial"/>
                <a:cs typeface="Arial"/>
              </a:defRPr>
            </a:lvl1pPr>
            <a:lvl2pPr algn="ctr">
              <a:defRPr sz="2175" b="0">
                <a:solidFill>
                  <a:srgbClr val="000000"/>
                </a:solidFill>
                <a:latin typeface="Arial"/>
                <a:ea typeface="Arial"/>
                <a:cs typeface="Arial"/>
              </a:defRPr>
            </a:lvl2pPr>
            <a:lvl3pPr algn="ctr">
              <a:defRPr sz="2175" b="0">
                <a:solidFill>
                  <a:srgbClr val="000000"/>
                </a:solidFill>
                <a:latin typeface="Arial"/>
                <a:ea typeface="Arial"/>
                <a:cs typeface="Arial"/>
              </a:defRPr>
            </a:lvl3pPr>
            <a:lvl4pPr algn="ctr">
              <a:defRPr sz="2175" b="0">
                <a:solidFill>
                  <a:srgbClr val="000000"/>
                </a:solidFill>
                <a:latin typeface="Arial"/>
                <a:ea typeface="Arial"/>
                <a:cs typeface="Arial"/>
              </a:defRPr>
            </a:lvl4pPr>
            <a:lvl5pPr algn="ctr">
              <a:defRPr sz="2175" b="0">
                <a:solidFill>
                  <a:srgbClr val="000000"/>
                </a:solidFill>
                <a:latin typeface="Arial"/>
                <a:ea typeface="Arial"/>
                <a:cs typeface="Arial"/>
              </a:defRPr>
            </a:lvl5pPr>
            <a:lvl6pPr algn="ctr">
              <a:defRPr sz="2175" b="0">
                <a:solidFill>
                  <a:srgbClr val="000000"/>
                </a:solidFill>
                <a:latin typeface="Arial"/>
                <a:ea typeface="Arial"/>
                <a:cs typeface="Arial"/>
              </a:defRPr>
            </a:lvl6pPr>
            <a:lvl7pPr algn="ctr">
              <a:defRPr sz="2175" b="0">
                <a:solidFill>
                  <a:srgbClr val="000000"/>
                </a:solidFill>
                <a:latin typeface="Arial"/>
                <a:ea typeface="Arial"/>
                <a:cs typeface="Arial"/>
              </a:defRPr>
            </a:lvl7pPr>
            <a:lvl8pPr algn="ctr">
              <a:defRPr sz="2175" b="0">
                <a:solidFill>
                  <a:srgbClr val="000000"/>
                </a:solidFill>
                <a:latin typeface="Arial"/>
                <a:ea typeface="Arial"/>
                <a:cs typeface="Arial"/>
              </a:defRPr>
            </a:lvl8pPr>
            <a:lvl9pPr algn="ctr">
              <a:defRPr sz="2175" b="0">
                <a:solidFill>
                  <a:srgbClr val="000000"/>
                </a:solidFill>
                <a:latin typeface="Arial"/>
                <a:ea typeface="Arial"/>
                <a:cs typeface="Arial"/>
              </a:defRPr>
            </a:lvl9pPr>
          </a:lstStyle>
          <a:p xmlns:a="http://schemas.openxmlformats.org/drawingml/2006/main">
            <a:pPr algn="ctr">
              <a:defRPr sz="2175" b="0">
                <a:solidFill>
                  <a:srgbClr val="000000"/>
                </a:solidFill>
                <a:latin typeface="Arial"/>
                <a:ea typeface="Arial"/>
                <a:cs typeface="Arial"/>
              </a:defRPr>
            </a:pPr>
            <a:r>
              <a:rPr sz="2175" b="0">
                <a:solidFill>
                  <a:srgbClr val="000000"/>
                </a:solidFill>
                <a:latin typeface="Arial"/>
                <a:ea typeface="Arial"/>
                <a:cs typeface="Arial"/>
              </a:rPr>
              <a:t>Intervention:</a:t>
            </a:r>
          </a:p>
          <a:p xmlns:a="http://schemas.openxmlformats.org/drawingml/2006/main">
            <a:pPr algn="ctr">
              <a:defRPr sz="2175" b="0">
                <a:solidFill>
                  <a:srgbClr val="000000"/>
                </a:solidFill>
                <a:latin typeface="Arial"/>
                <a:ea typeface="Arial"/>
                <a:cs typeface="Arial"/>
              </a:defRPr>
            </a:pPr>
            <a:r>
              <a:rPr sz="2175" b="0">
                <a:solidFill>
                  <a:srgbClr val="000000"/>
                </a:solidFill>
                <a:latin typeface="Arial"/>
                <a:ea typeface="Arial"/>
                <a:cs typeface="Arial"/>
              </a:rPr>
              <a:t>Treatment</a:t>
            </a:r>
          </a:p>
        </p:txBody>
      </p:sp>
      <p:sp>
        <p:nvSpPr>
          <p:cNvPr id="39" name="Outcome caption">
            <a:extLst xmlns:a="http://schemas.openxmlformats.org/drawingml/2006/main">
              <a:ext uri="{FF2B5EF4-FFF2-40B4-BE49-F238E27FC236}">
                <a16:creationId xmlns:a16="http://schemas.microsoft.com/office/drawing/2014/main" id="{18A51308-6C68-4008-90DE-8B672EB2E9FA}"/>
              </a:ext>
            </a:extLst>
          </p:cNvPr>
          <p:cNvSpPr>
            <a:spLocks xmlns:a="http://schemas.openxmlformats.org/drawingml/2006/main" noGrp="1"/>
          </p:cNvSpPr>
          <p:nvPr/>
        </p:nvSpPr>
        <p:spPr>
          <a:xfrm xmlns:a="http://schemas.openxmlformats.org/drawingml/2006/main" rot="0">
            <a:off x="8943975" y="466725"/>
            <a:ext cx="1571625"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0">
                <a:solidFill>
                  <a:srgbClr val="000000"/>
                </a:solidFill>
                <a:latin typeface="Arial"/>
                <a:ea typeface="Arial"/>
                <a:cs typeface="Arial"/>
              </a:defRPr>
            </a:defPPr>
            <a:lvl1pPr algn="ctr">
              <a:defRPr sz="2175" b="0">
                <a:solidFill>
                  <a:srgbClr val="000000"/>
                </a:solidFill>
                <a:latin typeface="Arial"/>
                <a:ea typeface="Arial"/>
                <a:cs typeface="Arial"/>
              </a:defRPr>
            </a:lvl1pPr>
            <a:lvl2pPr algn="ctr">
              <a:defRPr sz="2175" b="0">
                <a:solidFill>
                  <a:srgbClr val="000000"/>
                </a:solidFill>
                <a:latin typeface="Arial"/>
                <a:ea typeface="Arial"/>
                <a:cs typeface="Arial"/>
              </a:defRPr>
            </a:lvl2pPr>
            <a:lvl3pPr algn="ctr">
              <a:defRPr sz="2175" b="0">
                <a:solidFill>
                  <a:srgbClr val="000000"/>
                </a:solidFill>
                <a:latin typeface="Arial"/>
                <a:ea typeface="Arial"/>
                <a:cs typeface="Arial"/>
              </a:defRPr>
            </a:lvl3pPr>
            <a:lvl4pPr algn="ctr">
              <a:defRPr sz="2175" b="0">
                <a:solidFill>
                  <a:srgbClr val="000000"/>
                </a:solidFill>
                <a:latin typeface="Arial"/>
                <a:ea typeface="Arial"/>
                <a:cs typeface="Arial"/>
              </a:defRPr>
            </a:lvl4pPr>
            <a:lvl5pPr algn="ctr">
              <a:defRPr sz="2175" b="0">
                <a:solidFill>
                  <a:srgbClr val="000000"/>
                </a:solidFill>
                <a:latin typeface="Arial"/>
                <a:ea typeface="Arial"/>
                <a:cs typeface="Arial"/>
              </a:defRPr>
            </a:lvl5pPr>
            <a:lvl6pPr algn="ctr">
              <a:defRPr sz="2175" b="0">
                <a:solidFill>
                  <a:srgbClr val="000000"/>
                </a:solidFill>
                <a:latin typeface="Arial"/>
                <a:ea typeface="Arial"/>
                <a:cs typeface="Arial"/>
              </a:defRPr>
            </a:lvl6pPr>
            <a:lvl7pPr algn="ctr">
              <a:defRPr sz="2175" b="0">
                <a:solidFill>
                  <a:srgbClr val="000000"/>
                </a:solidFill>
                <a:latin typeface="Arial"/>
                <a:ea typeface="Arial"/>
                <a:cs typeface="Arial"/>
              </a:defRPr>
            </a:lvl7pPr>
            <a:lvl8pPr algn="ctr">
              <a:defRPr sz="2175" b="0">
                <a:solidFill>
                  <a:srgbClr val="000000"/>
                </a:solidFill>
                <a:latin typeface="Arial"/>
                <a:ea typeface="Arial"/>
                <a:cs typeface="Arial"/>
              </a:defRPr>
            </a:lvl8pPr>
            <a:lvl9pPr algn="ctr">
              <a:defRPr sz="2175" b="0">
                <a:solidFill>
                  <a:srgbClr val="000000"/>
                </a:solidFill>
                <a:latin typeface="Arial"/>
                <a:ea typeface="Arial"/>
                <a:cs typeface="Arial"/>
              </a:defRPr>
            </a:lvl9pPr>
          </a:lstStyle>
          <a:p xmlns:a="http://schemas.openxmlformats.org/drawingml/2006/main">
            <a:pPr algn="ctr">
              <a:defRPr sz="2175" b="0">
                <a:solidFill>
                  <a:srgbClr val="000000"/>
                </a:solidFill>
                <a:latin typeface="Arial"/>
                <a:ea typeface="Arial"/>
                <a:cs typeface="Arial"/>
              </a:defRPr>
            </a:pPr>
            <a:r>
              <a:rPr sz="2175" b="0">
                <a:solidFill>
                  <a:srgbClr val="000000"/>
                </a:solidFill>
                <a:latin typeface="Arial"/>
                <a:ea typeface="Arial"/>
                <a:cs typeface="Arial"/>
              </a:rPr>
              <a:t>Outcome:</a:t>
            </a:r>
          </a:p>
          <a:p xmlns:a="http://schemas.openxmlformats.org/drawingml/2006/main">
            <a:pPr algn="ctr">
              <a:defRPr sz="2175" b="0">
                <a:solidFill>
                  <a:srgbClr val="000000"/>
                </a:solidFill>
                <a:latin typeface="Arial"/>
                <a:ea typeface="Arial"/>
                <a:cs typeface="Arial"/>
              </a:defRPr>
            </a:pPr>
            <a:r>
              <a:rPr sz="2175" b="0">
                <a:solidFill>
                  <a:srgbClr val="000000"/>
                </a:solidFill>
                <a:latin typeface="Arial"/>
                <a:ea typeface="Arial"/>
                <a:cs typeface="Arial"/>
              </a:rPr>
              <a:t>Phenotype</a:t>
            </a:r>
          </a:p>
        </p:txBody>
      </p:sp>
      <p:sp>
        <p:nvSpPr>
          <p:cNvPr id="40" name="Confounders caption">
            <a:extLst xmlns:a="http://schemas.openxmlformats.org/drawingml/2006/main">
              <a:ext uri="{FF2B5EF4-FFF2-40B4-BE49-F238E27FC236}">
                <a16:creationId xmlns:a16="http://schemas.microsoft.com/office/drawing/2014/main" id="{45A8AF4C-B2F2-4DD3-9C63-C51895A487B6}"/>
              </a:ext>
            </a:extLst>
          </p:cNvPr>
          <p:cNvSpPr>
            <a:spLocks xmlns:a="http://schemas.openxmlformats.org/drawingml/2006/main" noGrp="1"/>
          </p:cNvSpPr>
          <p:nvPr/>
        </p:nvSpPr>
        <p:spPr>
          <a:xfrm xmlns:a="http://schemas.openxmlformats.org/drawingml/2006/main" rot="0">
            <a:off x="4210050" y="3600450"/>
            <a:ext cx="22383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0">
                <a:solidFill>
                  <a:srgbClr val="000000"/>
                </a:solidFill>
                <a:latin typeface="Arial"/>
                <a:ea typeface="Arial"/>
                <a:cs typeface="Arial"/>
              </a:defRPr>
            </a:defPPr>
            <a:lvl1pPr algn="ctr">
              <a:defRPr sz="2175" b="0">
                <a:solidFill>
                  <a:srgbClr val="000000"/>
                </a:solidFill>
                <a:latin typeface="Arial"/>
                <a:ea typeface="Arial"/>
                <a:cs typeface="Arial"/>
              </a:defRPr>
            </a:lvl1pPr>
            <a:lvl2pPr algn="ctr">
              <a:defRPr sz="2175" b="0">
                <a:solidFill>
                  <a:srgbClr val="000000"/>
                </a:solidFill>
                <a:latin typeface="Arial"/>
                <a:ea typeface="Arial"/>
                <a:cs typeface="Arial"/>
              </a:defRPr>
            </a:lvl2pPr>
            <a:lvl3pPr algn="ctr">
              <a:defRPr sz="2175" b="0">
                <a:solidFill>
                  <a:srgbClr val="000000"/>
                </a:solidFill>
                <a:latin typeface="Arial"/>
                <a:ea typeface="Arial"/>
                <a:cs typeface="Arial"/>
              </a:defRPr>
            </a:lvl3pPr>
            <a:lvl4pPr algn="ctr">
              <a:defRPr sz="2175" b="0">
                <a:solidFill>
                  <a:srgbClr val="000000"/>
                </a:solidFill>
                <a:latin typeface="Arial"/>
                <a:ea typeface="Arial"/>
                <a:cs typeface="Arial"/>
              </a:defRPr>
            </a:lvl4pPr>
            <a:lvl5pPr algn="ctr">
              <a:defRPr sz="2175" b="0">
                <a:solidFill>
                  <a:srgbClr val="000000"/>
                </a:solidFill>
                <a:latin typeface="Arial"/>
                <a:ea typeface="Arial"/>
                <a:cs typeface="Arial"/>
              </a:defRPr>
            </a:lvl5pPr>
            <a:lvl6pPr algn="ctr">
              <a:defRPr sz="2175" b="0">
                <a:solidFill>
                  <a:srgbClr val="000000"/>
                </a:solidFill>
                <a:latin typeface="Arial"/>
                <a:ea typeface="Arial"/>
                <a:cs typeface="Arial"/>
              </a:defRPr>
            </a:lvl6pPr>
            <a:lvl7pPr algn="ctr">
              <a:defRPr sz="2175" b="0">
                <a:solidFill>
                  <a:srgbClr val="000000"/>
                </a:solidFill>
                <a:latin typeface="Arial"/>
                <a:ea typeface="Arial"/>
                <a:cs typeface="Arial"/>
              </a:defRPr>
            </a:lvl7pPr>
            <a:lvl8pPr algn="ctr">
              <a:defRPr sz="2175" b="0">
                <a:solidFill>
                  <a:srgbClr val="000000"/>
                </a:solidFill>
                <a:latin typeface="Arial"/>
                <a:ea typeface="Arial"/>
                <a:cs typeface="Arial"/>
              </a:defRPr>
            </a:lvl8pPr>
            <a:lvl9pPr algn="ctr">
              <a:defRPr sz="2175" b="0">
                <a:solidFill>
                  <a:srgbClr val="000000"/>
                </a:solidFill>
                <a:latin typeface="Arial"/>
                <a:ea typeface="Arial"/>
                <a:cs typeface="Arial"/>
              </a:defRPr>
            </a:lvl9pPr>
          </a:lstStyle>
          <a:p xmlns:a="http://schemas.openxmlformats.org/drawingml/2006/main">
            <a:pPr algn="ctr">
              <a:defRPr sz="2175" b="0">
                <a:solidFill>
                  <a:srgbClr val="000000"/>
                </a:solidFill>
                <a:latin typeface="Arial"/>
                <a:ea typeface="Arial"/>
                <a:cs typeface="Arial"/>
              </a:defRPr>
            </a:pPr>
            <a:r>
              <a:rPr sz="2175" b="0">
                <a:solidFill>
                  <a:srgbClr val="000000"/>
                </a:solidFill>
                <a:latin typeface="Arial"/>
                <a:ea typeface="Arial"/>
                <a:cs typeface="Arial"/>
              </a:rPr>
              <a:t>Confounders:</a:t>
            </a:r>
          </a:p>
          <a:p xmlns:a="http://schemas.openxmlformats.org/drawingml/2006/main">
            <a:pPr algn="ctr">
              <a:defRPr sz="2175" b="0">
                <a:solidFill>
                  <a:srgbClr val="000000"/>
                </a:solidFill>
                <a:latin typeface="Arial"/>
                <a:ea typeface="Arial"/>
                <a:cs typeface="Arial"/>
              </a:defRPr>
            </a:pPr>
            <a:r>
              <a:rPr sz="2175" b="0">
                <a:solidFill>
                  <a:srgbClr val="000000"/>
                </a:solidFill>
                <a:latin typeface="Arial"/>
                <a:ea typeface="Arial"/>
                <a:cs typeface="Arial"/>
              </a:rPr>
              <a:t>e.g. batch effects</a:t>
            </a:r>
          </a:p>
        </p:txBody>
      </p:sp>
      <p:sp>
        <p:nvSpPr>
          <p:cNvPr id="41" name="Observation caption">
            <a:extLst xmlns:a="http://schemas.openxmlformats.org/drawingml/2006/main">
              <a:ext uri="{FF2B5EF4-FFF2-40B4-BE49-F238E27FC236}">
                <a16:creationId xmlns:a16="http://schemas.microsoft.com/office/drawing/2014/main" id="{8152649B-7222-46B0-B713-7BE70BD80806}"/>
              </a:ext>
            </a:extLst>
          </p:cNvPr>
          <p:cNvSpPr>
            <a:spLocks xmlns:a="http://schemas.openxmlformats.org/drawingml/2006/main" noGrp="1"/>
          </p:cNvSpPr>
          <p:nvPr/>
        </p:nvSpPr>
        <p:spPr>
          <a:xfrm xmlns:a="http://schemas.openxmlformats.org/drawingml/2006/main" rot="0">
            <a:off x="8858250" y="3600450"/>
            <a:ext cx="16764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175" b="0">
                <a:solidFill>
                  <a:srgbClr val="000000"/>
                </a:solidFill>
                <a:latin typeface="Arial"/>
                <a:ea typeface="Arial"/>
                <a:cs typeface="Arial"/>
              </a:defRPr>
            </a:defPPr>
            <a:lvl1pPr algn="ctr">
              <a:defRPr sz="2175" b="0">
                <a:solidFill>
                  <a:srgbClr val="000000"/>
                </a:solidFill>
                <a:latin typeface="Arial"/>
                <a:ea typeface="Arial"/>
                <a:cs typeface="Arial"/>
              </a:defRPr>
            </a:lvl1pPr>
            <a:lvl2pPr algn="ctr">
              <a:defRPr sz="2175" b="0">
                <a:solidFill>
                  <a:srgbClr val="000000"/>
                </a:solidFill>
                <a:latin typeface="Arial"/>
                <a:ea typeface="Arial"/>
                <a:cs typeface="Arial"/>
              </a:defRPr>
            </a:lvl2pPr>
            <a:lvl3pPr algn="ctr">
              <a:defRPr sz="2175" b="0">
                <a:solidFill>
                  <a:srgbClr val="000000"/>
                </a:solidFill>
                <a:latin typeface="Arial"/>
                <a:ea typeface="Arial"/>
                <a:cs typeface="Arial"/>
              </a:defRPr>
            </a:lvl3pPr>
            <a:lvl4pPr algn="ctr">
              <a:defRPr sz="2175" b="0">
                <a:solidFill>
                  <a:srgbClr val="000000"/>
                </a:solidFill>
                <a:latin typeface="Arial"/>
                <a:ea typeface="Arial"/>
                <a:cs typeface="Arial"/>
              </a:defRPr>
            </a:lvl4pPr>
            <a:lvl5pPr algn="ctr">
              <a:defRPr sz="2175" b="0">
                <a:solidFill>
                  <a:srgbClr val="000000"/>
                </a:solidFill>
                <a:latin typeface="Arial"/>
                <a:ea typeface="Arial"/>
                <a:cs typeface="Arial"/>
              </a:defRPr>
            </a:lvl5pPr>
            <a:lvl6pPr algn="ctr">
              <a:defRPr sz="2175" b="0">
                <a:solidFill>
                  <a:srgbClr val="000000"/>
                </a:solidFill>
                <a:latin typeface="Arial"/>
                <a:ea typeface="Arial"/>
                <a:cs typeface="Arial"/>
              </a:defRPr>
            </a:lvl6pPr>
            <a:lvl7pPr algn="ctr">
              <a:defRPr sz="2175" b="0">
                <a:solidFill>
                  <a:srgbClr val="000000"/>
                </a:solidFill>
                <a:latin typeface="Arial"/>
                <a:ea typeface="Arial"/>
                <a:cs typeface="Arial"/>
              </a:defRPr>
            </a:lvl7pPr>
            <a:lvl8pPr algn="ctr">
              <a:defRPr sz="2175" b="0">
                <a:solidFill>
                  <a:srgbClr val="000000"/>
                </a:solidFill>
                <a:latin typeface="Arial"/>
                <a:ea typeface="Arial"/>
                <a:cs typeface="Arial"/>
              </a:defRPr>
            </a:lvl8pPr>
            <a:lvl9pPr algn="ctr">
              <a:defRPr sz="2175" b="0">
                <a:solidFill>
                  <a:srgbClr val="000000"/>
                </a:solidFill>
                <a:latin typeface="Arial"/>
                <a:ea typeface="Arial"/>
                <a:cs typeface="Arial"/>
              </a:defRPr>
            </a:lvl9pPr>
          </a:lstStyle>
          <a:p xmlns:a="http://schemas.openxmlformats.org/drawingml/2006/main">
            <a:pPr algn="ctr">
              <a:defRPr sz="2175" b="0">
                <a:solidFill>
                  <a:srgbClr val="000000"/>
                </a:solidFill>
                <a:latin typeface="Arial"/>
                <a:ea typeface="Arial"/>
                <a:cs typeface="Arial"/>
              </a:defRPr>
            </a:pPr>
            <a:r>
              <a:rPr sz="2175" b="0">
                <a:solidFill>
                  <a:srgbClr val="000000"/>
                </a:solidFill>
                <a:latin typeface="Arial"/>
                <a:ea typeface="Arial"/>
                <a:cs typeface="Arial"/>
              </a:rPr>
              <a:t>Observation:</a:t>
            </a:r>
          </a:p>
          <a:p xmlns:a="http://schemas.openxmlformats.org/drawingml/2006/main">
            <a:pPr algn="ctr">
              <a:defRPr sz="2175" b="0">
                <a:solidFill>
                  <a:srgbClr val="000000"/>
                </a:solidFill>
                <a:latin typeface="Arial"/>
                <a:ea typeface="Arial"/>
                <a:cs typeface="Arial"/>
              </a:defRPr>
            </a:pPr>
            <a:r>
              <a:rPr sz="2175" b="0">
                <a:solidFill>
                  <a:srgbClr val="000000"/>
                </a:solidFill>
                <a:latin typeface="Arial"/>
                <a:ea typeface="Arial"/>
                <a:cs typeface="Arial"/>
              </a:rPr>
              <a:t>Images</a:t>
            </a:r>
          </a:p>
        </p:txBody>
      </p:sp>
      <p:sp>
        <p:nvSpPr>
          <p:cNvPr id="42" name="Representation treatment">
            <a:extLst xmlns:a="http://schemas.openxmlformats.org/drawingml/2006/main">
              <a:ext uri="{FF2B5EF4-FFF2-40B4-BE49-F238E27FC236}">
                <a16:creationId xmlns:a16="http://schemas.microsoft.com/office/drawing/2014/main" id="{E4D5C55E-74AD-4C58-9C92-7AA5948CFAEC}"/>
              </a:ext>
            </a:extLst>
          </p:cNvPr>
          <p:cNvSpPr>
            <a:spLocks xmlns:a="http://schemas.openxmlformats.org/drawingml/2006/main" noGrp="1"/>
          </p:cNvSpPr>
          <p:nvPr/>
        </p:nvSpPr>
        <p:spPr>
          <a:xfrm xmlns:a="http://schemas.openxmlformats.org/drawingml/2006/main" rot="0">
            <a:off x="11487150" y="838200"/>
            <a:ext cx="895350" cy="895350"/>
          </a:xfrm>
          <a:prstGeom xmlns:a="http://schemas.openxmlformats.org/drawingml/2006/main" prst="ellipse">
            <a:avLst/>
          </a:prstGeom>
          <a:solidFill xmlns:a="http://schemas.openxmlformats.org/drawingml/2006/main">
            <a:srgbClr val="FFFFFF"/>
          </a:solidFill>
          <a:ln xmlns:a="http://schemas.openxmlformats.org/drawingml/2006/main" w="22860">
            <a:solidFill>
              <a:srgbClr val="626262"/>
            </a:solidFill>
          </a:ln>
        </p:spPr>
      </p:sp>
      <p:sp>
        <p:nvSpPr>
          <p:cNvPr id="43" name="Representation treatment label">
            <a:extLst xmlns:a="http://schemas.openxmlformats.org/drawingml/2006/main">
              <a:ext uri="{FF2B5EF4-FFF2-40B4-BE49-F238E27FC236}">
                <a16:creationId xmlns:a16="http://schemas.microsoft.com/office/drawing/2014/main" id="{86FF4899-BD61-48B5-803F-4BD5BA7B8CA5}"/>
              </a:ext>
            </a:extLst>
          </p:cNvPr>
          <p:cNvSpPr>
            <a:spLocks xmlns:a="http://schemas.openxmlformats.org/drawingml/2006/main" noGrp="1"/>
          </p:cNvSpPr>
          <p:nvPr/>
        </p:nvSpPr>
        <p:spPr>
          <a:xfrm xmlns:a="http://schemas.openxmlformats.org/drawingml/2006/main" rot="0">
            <a:off x="11553825" y="933450"/>
            <a:ext cx="76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000000"/>
                </a:solidFill>
                <a:latin typeface="Times New Roman"/>
                <a:ea typeface="Times New Roman"/>
                <a:cs typeface="Times New Roman"/>
              </a:defRPr>
            </a:defPPr>
            <a:lvl1pPr algn="ctr">
              <a:defRPr sz="2700" b="1">
                <a:solidFill>
                  <a:srgbClr val="000000"/>
                </a:solidFill>
                <a:latin typeface="Times New Roman"/>
                <a:ea typeface="Times New Roman"/>
                <a:cs typeface="Times New Roman"/>
              </a:defRPr>
            </a:lvl1pPr>
            <a:lvl2pPr algn="ctr">
              <a:defRPr sz="2700" b="1">
                <a:solidFill>
                  <a:srgbClr val="000000"/>
                </a:solidFill>
                <a:latin typeface="Times New Roman"/>
                <a:ea typeface="Times New Roman"/>
                <a:cs typeface="Times New Roman"/>
              </a:defRPr>
            </a:lvl2pPr>
            <a:lvl3pPr algn="ctr">
              <a:defRPr sz="2700" b="1">
                <a:solidFill>
                  <a:srgbClr val="000000"/>
                </a:solidFill>
                <a:latin typeface="Times New Roman"/>
                <a:ea typeface="Times New Roman"/>
                <a:cs typeface="Times New Roman"/>
              </a:defRPr>
            </a:lvl3pPr>
            <a:lvl4pPr algn="ctr">
              <a:defRPr sz="2700" b="1">
                <a:solidFill>
                  <a:srgbClr val="000000"/>
                </a:solidFill>
                <a:latin typeface="Times New Roman"/>
                <a:ea typeface="Times New Roman"/>
                <a:cs typeface="Times New Roman"/>
              </a:defRPr>
            </a:lvl4pPr>
            <a:lvl5pPr algn="ctr">
              <a:defRPr sz="2700" b="1">
                <a:solidFill>
                  <a:srgbClr val="000000"/>
                </a:solidFill>
                <a:latin typeface="Times New Roman"/>
                <a:ea typeface="Times New Roman"/>
                <a:cs typeface="Times New Roman"/>
              </a:defRPr>
            </a:lvl5pPr>
            <a:lvl6pPr algn="ctr">
              <a:defRPr sz="2700" b="1">
                <a:solidFill>
                  <a:srgbClr val="000000"/>
                </a:solidFill>
                <a:latin typeface="Times New Roman"/>
                <a:ea typeface="Times New Roman"/>
                <a:cs typeface="Times New Roman"/>
              </a:defRPr>
            </a:lvl6pPr>
            <a:lvl7pPr algn="ctr">
              <a:defRPr sz="2700" b="1">
                <a:solidFill>
                  <a:srgbClr val="000000"/>
                </a:solidFill>
                <a:latin typeface="Times New Roman"/>
                <a:ea typeface="Times New Roman"/>
                <a:cs typeface="Times New Roman"/>
              </a:defRPr>
            </a:lvl7pPr>
            <a:lvl8pPr algn="ctr">
              <a:defRPr sz="2700" b="1">
                <a:solidFill>
                  <a:srgbClr val="000000"/>
                </a:solidFill>
                <a:latin typeface="Times New Roman"/>
                <a:ea typeface="Times New Roman"/>
                <a:cs typeface="Times New Roman"/>
              </a:defRPr>
            </a:lvl8pPr>
            <a:lvl9pPr algn="ctr">
              <a:defRPr sz="2700" b="1">
                <a:solidFill>
                  <a:srgbClr val="000000"/>
                </a:solidFill>
                <a:latin typeface="Times New Roman"/>
                <a:ea typeface="Times New Roman"/>
                <a:cs typeface="Times New Roman"/>
              </a:defRPr>
            </a:lvl9pPr>
          </a:lstStyle>
          <a:p xmlns:a="http://schemas.openxmlformats.org/drawingml/2006/main">
            <a:pPr algn="ctr">
              <a:defRPr sz="2700" b="1">
                <a:solidFill>
                  <a:srgbClr val="000000"/>
                </a:solidFill>
                <a:latin typeface="Times New Roman"/>
                <a:ea typeface="Times New Roman"/>
                <a:cs typeface="Times New Roman"/>
              </a:defRPr>
            </a:pPr>
            <a:r>
              <a:rPr sz="2700" b="1">
                <a:solidFill>
                  <a:srgbClr val="000000"/>
                </a:solidFill>
                <a:latin typeface="Times New Roman"/>
                <a:ea typeface="Times New Roman"/>
                <a:cs typeface="Times New Roman"/>
              </a:rPr>
              <a:t>T</a:t>
            </a:r>
          </a:p>
        </p:txBody>
      </p:sp>
      <p:sp>
        <p:nvSpPr>
          <p:cNvPr id="44" name="Representation observation">
            <a:extLst xmlns:a="http://schemas.openxmlformats.org/drawingml/2006/main">
              <a:ext uri="{FF2B5EF4-FFF2-40B4-BE49-F238E27FC236}">
                <a16:creationId xmlns:a16="http://schemas.microsoft.com/office/drawing/2014/main" id="{20FF5BA0-7F6C-441E-B89F-B22967466161}"/>
              </a:ext>
            </a:extLst>
          </p:cNvPr>
          <p:cNvSpPr>
            <a:spLocks xmlns:a="http://schemas.openxmlformats.org/drawingml/2006/main" noGrp="1"/>
          </p:cNvSpPr>
          <p:nvPr/>
        </p:nvSpPr>
        <p:spPr>
          <a:xfrm xmlns:a="http://schemas.openxmlformats.org/drawingml/2006/main" rot="0">
            <a:off x="11487150" y="2914650"/>
            <a:ext cx="895350" cy="895350"/>
          </a:xfrm>
          <a:prstGeom xmlns:a="http://schemas.openxmlformats.org/drawingml/2006/main" prst="ellipse">
            <a:avLst/>
          </a:prstGeom>
          <a:solidFill xmlns:a="http://schemas.openxmlformats.org/drawingml/2006/main">
            <a:srgbClr val="FFFFFF"/>
          </a:solidFill>
          <a:ln xmlns:a="http://schemas.openxmlformats.org/drawingml/2006/main" w="22860">
            <a:solidFill>
              <a:srgbClr val="626262"/>
            </a:solidFill>
          </a:ln>
        </p:spPr>
      </p:sp>
      <p:sp>
        <p:nvSpPr>
          <p:cNvPr id="45" name="Representation observation label">
            <a:extLst xmlns:a="http://schemas.openxmlformats.org/drawingml/2006/main">
              <a:ext uri="{FF2B5EF4-FFF2-40B4-BE49-F238E27FC236}">
                <a16:creationId xmlns:a16="http://schemas.microsoft.com/office/drawing/2014/main" id="{E1A9DB2C-695F-4A7C-89F0-5FCB8B9F45A0}"/>
              </a:ext>
            </a:extLst>
          </p:cNvPr>
          <p:cNvSpPr>
            <a:spLocks xmlns:a="http://schemas.openxmlformats.org/drawingml/2006/main" noGrp="1"/>
          </p:cNvSpPr>
          <p:nvPr/>
        </p:nvSpPr>
        <p:spPr>
          <a:xfrm xmlns:a="http://schemas.openxmlformats.org/drawingml/2006/main" rot="0">
            <a:off x="11553825" y="3009900"/>
            <a:ext cx="76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000000"/>
                </a:solidFill>
                <a:latin typeface="Times New Roman"/>
                <a:ea typeface="Times New Roman"/>
                <a:cs typeface="Times New Roman"/>
              </a:defRPr>
            </a:defPPr>
            <a:lvl1pPr algn="ctr">
              <a:defRPr sz="2700" b="1">
                <a:solidFill>
                  <a:srgbClr val="000000"/>
                </a:solidFill>
                <a:latin typeface="Times New Roman"/>
                <a:ea typeface="Times New Roman"/>
                <a:cs typeface="Times New Roman"/>
              </a:defRPr>
            </a:lvl1pPr>
            <a:lvl2pPr algn="ctr">
              <a:defRPr sz="2700" b="1">
                <a:solidFill>
                  <a:srgbClr val="000000"/>
                </a:solidFill>
                <a:latin typeface="Times New Roman"/>
                <a:ea typeface="Times New Roman"/>
                <a:cs typeface="Times New Roman"/>
              </a:defRPr>
            </a:lvl2pPr>
            <a:lvl3pPr algn="ctr">
              <a:defRPr sz="2700" b="1">
                <a:solidFill>
                  <a:srgbClr val="000000"/>
                </a:solidFill>
                <a:latin typeface="Times New Roman"/>
                <a:ea typeface="Times New Roman"/>
                <a:cs typeface="Times New Roman"/>
              </a:defRPr>
            </a:lvl3pPr>
            <a:lvl4pPr algn="ctr">
              <a:defRPr sz="2700" b="1">
                <a:solidFill>
                  <a:srgbClr val="000000"/>
                </a:solidFill>
                <a:latin typeface="Times New Roman"/>
                <a:ea typeface="Times New Roman"/>
                <a:cs typeface="Times New Roman"/>
              </a:defRPr>
            </a:lvl4pPr>
            <a:lvl5pPr algn="ctr">
              <a:defRPr sz="2700" b="1">
                <a:solidFill>
                  <a:srgbClr val="000000"/>
                </a:solidFill>
                <a:latin typeface="Times New Roman"/>
                <a:ea typeface="Times New Roman"/>
                <a:cs typeface="Times New Roman"/>
              </a:defRPr>
            </a:lvl5pPr>
            <a:lvl6pPr algn="ctr">
              <a:defRPr sz="2700" b="1">
                <a:solidFill>
                  <a:srgbClr val="000000"/>
                </a:solidFill>
                <a:latin typeface="Times New Roman"/>
                <a:ea typeface="Times New Roman"/>
                <a:cs typeface="Times New Roman"/>
              </a:defRPr>
            </a:lvl6pPr>
            <a:lvl7pPr algn="ctr">
              <a:defRPr sz="2700" b="1">
                <a:solidFill>
                  <a:srgbClr val="000000"/>
                </a:solidFill>
                <a:latin typeface="Times New Roman"/>
                <a:ea typeface="Times New Roman"/>
                <a:cs typeface="Times New Roman"/>
              </a:defRPr>
            </a:lvl7pPr>
            <a:lvl8pPr algn="ctr">
              <a:defRPr sz="2700" b="1">
                <a:solidFill>
                  <a:srgbClr val="000000"/>
                </a:solidFill>
                <a:latin typeface="Times New Roman"/>
                <a:ea typeface="Times New Roman"/>
                <a:cs typeface="Times New Roman"/>
              </a:defRPr>
            </a:lvl8pPr>
            <a:lvl9pPr algn="ctr">
              <a:defRPr sz="2700" b="1">
                <a:solidFill>
                  <a:srgbClr val="000000"/>
                </a:solidFill>
                <a:latin typeface="Times New Roman"/>
                <a:ea typeface="Times New Roman"/>
                <a:cs typeface="Times New Roman"/>
              </a:defRPr>
            </a:lvl9pPr>
          </a:lstStyle>
          <a:p xmlns:a="http://schemas.openxmlformats.org/drawingml/2006/main">
            <a:pPr algn="ctr">
              <a:defRPr sz="2700" b="1">
                <a:solidFill>
                  <a:srgbClr val="000000"/>
                </a:solidFill>
                <a:latin typeface="Times New Roman"/>
                <a:ea typeface="Times New Roman"/>
                <a:cs typeface="Times New Roman"/>
              </a:defRPr>
            </a:pPr>
            <a:r>
              <a:rPr sz="2700" b="1">
                <a:solidFill>
                  <a:srgbClr val="000000"/>
                </a:solidFill>
                <a:latin typeface="Times New Roman"/>
                <a:ea typeface="Times New Roman"/>
                <a:cs typeface="Times New Roman"/>
              </a:rPr>
              <a:t>O</a:t>
            </a:r>
          </a:p>
        </p:txBody>
      </p:sp>
      <p:sp>
        <p:nvSpPr>
          <p:cNvPr id="46" name="Representation confounder">
            <a:extLst xmlns:a="http://schemas.openxmlformats.org/drawingml/2006/main">
              <a:ext uri="{FF2B5EF4-FFF2-40B4-BE49-F238E27FC236}">
                <a16:creationId xmlns:a16="http://schemas.microsoft.com/office/drawing/2014/main" id="{DB89EFDF-7E51-45D9-B4C5-C3988E0C7361}"/>
              </a:ext>
            </a:extLst>
          </p:cNvPr>
          <p:cNvSpPr>
            <a:spLocks xmlns:a="http://schemas.openxmlformats.org/drawingml/2006/main" noGrp="1"/>
          </p:cNvSpPr>
          <p:nvPr/>
        </p:nvSpPr>
        <p:spPr>
          <a:xfrm xmlns:a="http://schemas.openxmlformats.org/drawingml/2006/main" rot="0">
            <a:off x="13754100" y="1905000"/>
            <a:ext cx="895350" cy="895350"/>
          </a:xfrm>
          <a:prstGeom xmlns:a="http://schemas.openxmlformats.org/drawingml/2006/main" prst="ellipse">
            <a:avLst/>
          </a:prstGeom>
          <a:solidFill xmlns:a="http://schemas.openxmlformats.org/drawingml/2006/main">
            <a:srgbClr val="B9B9B9"/>
          </a:solidFill>
          <a:ln xmlns:a="http://schemas.openxmlformats.org/drawingml/2006/main" w="22860">
            <a:solidFill>
              <a:srgbClr val="626262"/>
            </a:solidFill>
          </a:ln>
        </p:spPr>
      </p:sp>
      <p:sp>
        <p:nvSpPr>
          <p:cNvPr id="47" name="Representation confounder label">
            <a:extLst xmlns:a="http://schemas.openxmlformats.org/drawingml/2006/main">
              <a:ext uri="{FF2B5EF4-FFF2-40B4-BE49-F238E27FC236}">
                <a16:creationId xmlns:a16="http://schemas.microsoft.com/office/drawing/2014/main" id="{7F69FC96-82F6-4917-90F8-6338DC6D7358}"/>
              </a:ext>
            </a:extLst>
          </p:cNvPr>
          <p:cNvSpPr>
            <a:spLocks xmlns:a="http://schemas.openxmlformats.org/drawingml/2006/main" noGrp="1"/>
          </p:cNvSpPr>
          <p:nvPr/>
        </p:nvSpPr>
        <p:spPr>
          <a:xfrm xmlns:a="http://schemas.openxmlformats.org/drawingml/2006/main" rot="0">
            <a:off x="13820775" y="2000250"/>
            <a:ext cx="76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000000"/>
                </a:solidFill>
                <a:latin typeface="Times New Roman"/>
                <a:ea typeface="Times New Roman"/>
                <a:cs typeface="Times New Roman"/>
              </a:defRPr>
            </a:defPPr>
            <a:lvl1pPr algn="ctr">
              <a:defRPr sz="2700" b="1">
                <a:solidFill>
                  <a:srgbClr val="000000"/>
                </a:solidFill>
                <a:latin typeface="Times New Roman"/>
                <a:ea typeface="Times New Roman"/>
                <a:cs typeface="Times New Roman"/>
              </a:defRPr>
            </a:lvl1pPr>
            <a:lvl2pPr algn="ctr">
              <a:defRPr sz="2700" b="1">
                <a:solidFill>
                  <a:srgbClr val="000000"/>
                </a:solidFill>
                <a:latin typeface="Times New Roman"/>
                <a:ea typeface="Times New Roman"/>
                <a:cs typeface="Times New Roman"/>
              </a:defRPr>
            </a:lvl2pPr>
            <a:lvl3pPr algn="ctr">
              <a:defRPr sz="2700" b="1">
                <a:solidFill>
                  <a:srgbClr val="000000"/>
                </a:solidFill>
                <a:latin typeface="Times New Roman"/>
                <a:ea typeface="Times New Roman"/>
                <a:cs typeface="Times New Roman"/>
              </a:defRPr>
            </a:lvl3pPr>
            <a:lvl4pPr algn="ctr">
              <a:defRPr sz="2700" b="1">
                <a:solidFill>
                  <a:srgbClr val="000000"/>
                </a:solidFill>
                <a:latin typeface="Times New Roman"/>
                <a:ea typeface="Times New Roman"/>
                <a:cs typeface="Times New Roman"/>
              </a:defRPr>
            </a:lvl4pPr>
            <a:lvl5pPr algn="ctr">
              <a:defRPr sz="2700" b="1">
                <a:solidFill>
                  <a:srgbClr val="000000"/>
                </a:solidFill>
                <a:latin typeface="Times New Roman"/>
                <a:ea typeface="Times New Roman"/>
                <a:cs typeface="Times New Roman"/>
              </a:defRPr>
            </a:lvl5pPr>
            <a:lvl6pPr algn="ctr">
              <a:defRPr sz="2700" b="1">
                <a:solidFill>
                  <a:srgbClr val="000000"/>
                </a:solidFill>
                <a:latin typeface="Times New Roman"/>
                <a:ea typeface="Times New Roman"/>
                <a:cs typeface="Times New Roman"/>
              </a:defRPr>
            </a:lvl6pPr>
            <a:lvl7pPr algn="ctr">
              <a:defRPr sz="2700" b="1">
                <a:solidFill>
                  <a:srgbClr val="000000"/>
                </a:solidFill>
                <a:latin typeface="Times New Roman"/>
                <a:ea typeface="Times New Roman"/>
                <a:cs typeface="Times New Roman"/>
              </a:defRPr>
            </a:lvl7pPr>
            <a:lvl8pPr algn="ctr">
              <a:defRPr sz="2700" b="1">
                <a:solidFill>
                  <a:srgbClr val="000000"/>
                </a:solidFill>
                <a:latin typeface="Times New Roman"/>
                <a:ea typeface="Times New Roman"/>
                <a:cs typeface="Times New Roman"/>
              </a:defRPr>
            </a:lvl8pPr>
            <a:lvl9pPr algn="ctr">
              <a:defRPr sz="2700" b="1">
                <a:solidFill>
                  <a:srgbClr val="000000"/>
                </a:solidFill>
                <a:latin typeface="Times New Roman"/>
                <a:ea typeface="Times New Roman"/>
                <a:cs typeface="Times New Roman"/>
              </a:defRPr>
            </a:lvl9pPr>
          </a:lstStyle>
          <a:p xmlns:a="http://schemas.openxmlformats.org/drawingml/2006/main">
            <a:pPr algn="ctr">
              <a:defRPr sz="2700" b="1">
                <a:solidFill>
                  <a:srgbClr val="000000"/>
                </a:solidFill>
                <a:latin typeface="Times New Roman"/>
                <a:ea typeface="Times New Roman"/>
                <a:cs typeface="Times New Roman"/>
              </a:defRPr>
            </a:pPr>
            <a:r>
              <a:rPr sz="2700" b="1">
                <a:solidFill>
                  <a:srgbClr val="000000"/>
                </a:solidFill>
                <a:latin typeface="Times New Roman"/>
                <a:ea typeface="Times New Roman"/>
                <a:cs typeface="Times New Roman"/>
              </a:rPr>
              <a:t>C</a:t>
            </a:r>
          </a:p>
        </p:txBody>
      </p:sp>
      <p:sp>
        <p:nvSpPr>
          <p:cNvPr id="48" name="Representation phenotype">
            <a:extLst xmlns:a="http://schemas.openxmlformats.org/drawingml/2006/main">
              <a:ext uri="{FF2B5EF4-FFF2-40B4-BE49-F238E27FC236}">
                <a16:creationId xmlns:a16="http://schemas.microsoft.com/office/drawing/2014/main" id="{EBB0179D-B9A7-4B78-BFAA-A8B970F539F6}"/>
              </a:ext>
            </a:extLst>
          </p:cNvPr>
          <p:cNvSpPr>
            <a:spLocks xmlns:a="http://schemas.openxmlformats.org/drawingml/2006/main" noGrp="1"/>
          </p:cNvSpPr>
          <p:nvPr/>
        </p:nvSpPr>
        <p:spPr>
          <a:xfrm xmlns:a="http://schemas.openxmlformats.org/drawingml/2006/main" rot="0">
            <a:off x="16840200" y="1905000"/>
            <a:ext cx="895350" cy="895350"/>
          </a:xfrm>
          <a:prstGeom xmlns:a="http://schemas.openxmlformats.org/drawingml/2006/main" prst="ellipse">
            <a:avLst/>
          </a:prstGeom>
          <a:solidFill xmlns:a="http://schemas.openxmlformats.org/drawingml/2006/main">
            <a:srgbClr val="B9B9B9"/>
          </a:solidFill>
          <a:ln xmlns:a="http://schemas.openxmlformats.org/drawingml/2006/main" w="22860">
            <a:solidFill>
              <a:srgbClr val="626262"/>
            </a:solidFill>
          </a:ln>
        </p:spPr>
      </p:sp>
      <p:sp>
        <p:nvSpPr>
          <p:cNvPr id="49" name="Representation phenotype label">
            <a:extLst xmlns:a="http://schemas.openxmlformats.org/drawingml/2006/main">
              <a:ext uri="{FF2B5EF4-FFF2-40B4-BE49-F238E27FC236}">
                <a16:creationId xmlns:a16="http://schemas.microsoft.com/office/drawing/2014/main" id="{4E501DE7-1F27-42DF-B886-2EC8A0706411}"/>
              </a:ext>
            </a:extLst>
          </p:cNvPr>
          <p:cNvSpPr>
            <a:spLocks xmlns:a="http://schemas.openxmlformats.org/drawingml/2006/main" noGrp="1"/>
          </p:cNvSpPr>
          <p:nvPr/>
        </p:nvSpPr>
        <p:spPr>
          <a:xfrm xmlns:a="http://schemas.openxmlformats.org/drawingml/2006/main" rot="0">
            <a:off x="16906875" y="2000250"/>
            <a:ext cx="762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700" b="1">
                <a:solidFill>
                  <a:srgbClr val="000000"/>
                </a:solidFill>
                <a:latin typeface="Times New Roman"/>
                <a:ea typeface="Times New Roman"/>
                <a:cs typeface="Times New Roman"/>
              </a:defRPr>
            </a:defPPr>
            <a:lvl1pPr algn="ctr">
              <a:defRPr sz="2700" b="1">
                <a:solidFill>
                  <a:srgbClr val="000000"/>
                </a:solidFill>
                <a:latin typeface="Times New Roman"/>
                <a:ea typeface="Times New Roman"/>
                <a:cs typeface="Times New Roman"/>
              </a:defRPr>
            </a:lvl1pPr>
            <a:lvl2pPr algn="ctr">
              <a:defRPr sz="2700" b="1">
                <a:solidFill>
                  <a:srgbClr val="000000"/>
                </a:solidFill>
                <a:latin typeface="Times New Roman"/>
                <a:ea typeface="Times New Roman"/>
                <a:cs typeface="Times New Roman"/>
              </a:defRPr>
            </a:lvl2pPr>
            <a:lvl3pPr algn="ctr">
              <a:defRPr sz="2700" b="1">
                <a:solidFill>
                  <a:srgbClr val="000000"/>
                </a:solidFill>
                <a:latin typeface="Times New Roman"/>
                <a:ea typeface="Times New Roman"/>
                <a:cs typeface="Times New Roman"/>
              </a:defRPr>
            </a:lvl3pPr>
            <a:lvl4pPr algn="ctr">
              <a:defRPr sz="2700" b="1">
                <a:solidFill>
                  <a:srgbClr val="000000"/>
                </a:solidFill>
                <a:latin typeface="Times New Roman"/>
                <a:ea typeface="Times New Roman"/>
                <a:cs typeface="Times New Roman"/>
              </a:defRPr>
            </a:lvl4pPr>
            <a:lvl5pPr algn="ctr">
              <a:defRPr sz="2700" b="1">
                <a:solidFill>
                  <a:srgbClr val="000000"/>
                </a:solidFill>
                <a:latin typeface="Times New Roman"/>
                <a:ea typeface="Times New Roman"/>
                <a:cs typeface="Times New Roman"/>
              </a:defRPr>
            </a:lvl5pPr>
            <a:lvl6pPr algn="ctr">
              <a:defRPr sz="2700" b="1">
                <a:solidFill>
                  <a:srgbClr val="000000"/>
                </a:solidFill>
                <a:latin typeface="Times New Roman"/>
                <a:ea typeface="Times New Roman"/>
                <a:cs typeface="Times New Roman"/>
              </a:defRPr>
            </a:lvl6pPr>
            <a:lvl7pPr algn="ctr">
              <a:defRPr sz="2700" b="1">
                <a:solidFill>
                  <a:srgbClr val="000000"/>
                </a:solidFill>
                <a:latin typeface="Times New Roman"/>
                <a:ea typeface="Times New Roman"/>
                <a:cs typeface="Times New Roman"/>
              </a:defRPr>
            </a:lvl7pPr>
            <a:lvl8pPr algn="ctr">
              <a:defRPr sz="2700" b="1">
                <a:solidFill>
                  <a:srgbClr val="000000"/>
                </a:solidFill>
                <a:latin typeface="Times New Roman"/>
                <a:ea typeface="Times New Roman"/>
                <a:cs typeface="Times New Roman"/>
              </a:defRPr>
            </a:lvl8pPr>
            <a:lvl9pPr algn="ctr">
              <a:defRPr sz="2700" b="1">
                <a:solidFill>
                  <a:srgbClr val="000000"/>
                </a:solidFill>
                <a:latin typeface="Times New Roman"/>
                <a:ea typeface="Times New Roman"/>
                <a:cs typeface="Times New Roman"/>
              </a:defRPr>
            </a:lvl9pPr>
          </a:lstStyle>
          <a:p xmlns:a="http://schemas.openxmlformats.org/drawingml/2006/main">
            <a:pPr algn="ctr">
              <a:defRPr sz="2700" b="1">
                <a:solidFill>
                  <a:srgbClr val="000000"/>
                </a:solidFill>
                <a:latin typeface="Times New Roman"/>
                <a:ea typeface="Times New Roman"/>
                <a:cs typeface="Times New Roman"/>
              </a:defRPr>
            </a:pPr>
            <a:r>
              <a:rPr sz="2700" b="1">
                <a:solidFill>
                  <a:srgbClr val="000000"/>
                </a:solidFill>
                <a:latin typeface="Times New Roman"/>
                <a:ea typeface="Times New Roman"/>
                <a:cs typeface="Times New Roman"/>
              </a:rPr>
              <a:t>Y</a:t>
            </a:r>
          </a:p>
        </p:txBody>
      </p:sp>
      <p:sp>
        <p:nvSpPr>
          <p:cNvPr id="50" name="CNN trapezoid">
            <a:extLst xmlns:a="http://schemas.openxmlformats.org/drawingml/2006/main">
              <a:ext uri="{FF2B5EF4-FFF2-40B4-BE49-F238E27FC236}">
                <a16:creationId xmlns:a16="http://schemas.microsoft.com/office/drawing/2014/main" id="{BA196AF3-4B7E-4E40-85AF-77DF34D487D1}"/>
              </a:ext>
            </a:extLst>
          </p:cNvPr>
          <p:cNvSpPr>
            <a:spLocks xmlns:a="http://schemas.openxmlformats.org/drawingml/2006/main" noGrp="1"/>
          </p:cNvSpPr>
          <p:nvPr/>
        </p:nvSpPr>
        <p:spPr>
          <a:xfrm xmlns:a="http://schemas.openxmlformats.org/drawingml/2006/main">
            <a:off x="11020425" y="1847850"/>
            <a:ext cx="1838325" cy="981075"/>
          </a:xfrm>
          <a:custGeom xmlns:a="http://schemas.openxmlformats.org/drawingml/2006/main">
            <a:pathLst>
              <a:path w="1838325" h="981075">
                <a:moveTo>
                  <a:pt x="495300" y="0"/>
                </a:moveTo>
                <a:lnTo>
                  <a:pt x="1323975" y="0"/>
                </a:lnTo>
                <a:lnTo>
                  <a:pt x="1838325" y="981075"/>
                </a:lnTo>
                <a:lnTo>
                  <a:pt x="0" y="981075"/>
                </a:lnTo>
                <a:close/>
              </a:path>
            </a:pathLst>
          </a:custGeom>
          <a:solidFill xmlns:a="http://schemas.openxmlformats.org/drawingml/2006/main">
            <a:srgbClr val="EEEEEE"/>
          </a:solidFill>
          <a:ln xmlns:a="http://schemas.openxmlformats.org/drawingml/2006/main" w="21908">
            <a:solidFill>
              <a:srgbClr val="626262"/>
            </a:solidFill>
          </a:ln>
        </p:spPr>
      </p:sp>
      <p:sp>
        <p:nvSpPr>
          <p:cNvPr id="51" name="CNN label">
            <a:extLst xmlns:a="http://schemas.openxmlformats.org/drawingml/2006/main">
              <a:ext uri="{FF2B5EF4-FFF2-40B4-BE49-F238E27FC236}">
                <a16:creationId xmlns:a16="http://schemas.microsoft.com/office/drawing/2014/main" id="{CFE9AB6E-4B5A-4121-AD39-D186D91D06EE}"/>
              </a:ext>
            </a:extLst>
          </p:cNvPr>
          <p:cNvSpPr>
            <a:spLocks xmlns:a="http://schemas.openxmlformats.org/drawingml/2006/main" noGrp="1"/>
          </p:cNvSpPr>
          <p:nvPr/>
        </p:nvSpPr>
        <p:spPr>
          <a:xfrm xmlns:a="http://schemas.openxmlformats.org/drawingml/2006/main" rot="0">
            <a:off x="11239500" y="2171700"/>
            <a:ext cx="14001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2250" b="0">
                <a:solidFill>
                  <a:srgbClr val="000000"/>
                </a:solidFill>
                <a:latin typeface="Arial"/>
                <a:ea typeface="Arial"/>
                <a:cs typeface="Arial"/>
              </a:defRPr>
            </a:defPPr>
            <a:lvl1pPr algn="ctr">
              <a:defRPr sz="2250" b="0">
                <a:solidFill>
                  <a:srgbClr val="000000"/>
                </a:solidFill>
                <a:latin typeface="Arial"/>
                <a:ea typeface="Arial"/>
                <a:cs typeface="Arial"/>
              </a:defRPr>
            </a:lvl1pPr>
            <a:lvl2pPr algn="ctr">
              <a:defRPr sz="2250" b="0">
                <a:solidFill>
                  <a:srgbClr val="000000"/>
                </a:solidFill>
                <a:latin typeface="Arial"/>
                <a:ea typeface="Arial"/>
                <a:cs typeface="Arial"/>
              </a:defRPr>
            </a:lvl2pPr>
            <a:lvl3pPr algn="ctr">
              <a:defRPr sz="2250" b="0">
                <a:solidFill>
                  <a:srgbClr val="000000"/>
                </a:solidFill>
                <a:latin typeface="Arial"/>
                <a:ea typeface="Arial"/>
                <a:cs typeface="Arial"/>
              </a:defRPr>
            </a:lvl3pPr>
            <a:lvl4pPr algn="ctr">
              <a:defRPr sz="2250" b="0">
                <a:solidFill>
                  <a:srgbClr val="000000"/>
                </a:solidFill>
                <a:latin typeface="Arial"/>
                <a:ea typeface="Arial"/>
                <a:cs typeface="Arial"/>
              </a:defRPr>
            </a:lvl4pPr>
            <a:lvl5pPr algn="ctr">
              <a:defRPr sz="2250" b="0">
                <a:solidFill>
                  <a:srgbClr val="000000"/>
                </a:solidFill>
                <a:latin typeface="Arial"/>
                <a:ea typeface="Arial"/>
                <a:cs typeface="Arial"/>
              </a:defRPr>
            </a:lvl5pPr>
            <a:lvl6pPr algn="ctr">
              <a:defRPr sz="2250" b="0">
                <a:solidFill>
                  <a:srgbClr val="000000"/>
                </a:solidFill>
                <a:latin typeface="Arial"/>
                <a:ea typeface="Arial"/>
                <a:cs typeface="Arial"/>
              </a:defRPr>
            </a:lvl6pPr>
            <a:lvl7pPr algn="ctr">
              <a:defRPr sz="2250" b="0">
                <a:solidFill>
                  <a:srgbClr val="000000"/>
                </a:solidFill>
                <a:latin typeface="Arial"/>
                <a:ea typeface="Arial"/>
                <a:cs typeface="Arial"/>
              </a:defRPr>
            </a:lvl7pPr>
            <a:lvl8pPr algn="ctr">
              <a:defRPr sz="2250" b="0">
                <a:solidFill>
                  <a:srgbClr val="000000"/>
                </a:solidFill>
                <a:latin typeface="Arial"/>
                <a:ea typeface="Arial"/>
                <a:cs typeface="Arial"/>
              </a:defRPr>
            </a:lvl8pPr>
            <a:lvl9pPr algn="ctr">
              <a:defRPr sz="2250" b="0">
                <a:solidFill>
                  <a:srgbClr val="000000"/>
                </a:solidFill>
                <a:latin typeface="Arial"/>
                <a:ea typeface="Arial"/>
                <a:cs typeface="Arial"/>
              </a:defRPr>
            </a:lvl9pPr>
          </a:lstStyle>
          <a:p xmlns:a="http://schemas.openxmlformats.org/drawingml/2006/main">
            <a:pPr algn="ctr">
              <a:defRPr sz="2250" b="0">
                <a:solidFill>
                  <a:srgbClr val="000000"/>
                </a:solidFill>
                <a:latin typeface="Arial"/>
                <a:ea typeface="Arial"/>
                <a:cs typeface="Arial"/>
              </a:defRPr>
            </a:pPr>
            <a:r>
              <a:rPr sz="2250" b="0">
                <a:solidFill>
                  <a:srgbClr val="000000"/>
                </a:solidFill>
                <a:latin typeface="Arial"/>
                <a:ea typeface="Arial"/>
                <a:cs typeface="Arial"/>
              </a:rPr>
              <a:t>CNN</a:t>
            </a:r>
          </a:p>
        </p:txBody>
      </p:sp>
      <p:cxnSp>
        <p:nvCxnSpPr>
          <p:cNvPr id="52" name="Before correction horizontal axis">
            <a:extLst xmlns:a="http://schemas.openxmlformats.org/drawingml/2006/main">
              <a:ext uri="{FF2B5EF4-FFF2-40B4-BE49-F238E27FC236}">
                <a16:creationId xmlns:a16="http://schemas.microsoft.com/office/drawing/2014/main" id="{0DC9598A-BEE8-43B1-9B4D-CA525E7BD21D}"/>
              </a:ext>
            </a:extLst>
          </p:cNvPr>
          <p:cNvCxnSpPr/>
          <p:nvPr/>
        </p:nvCxnSpPr>
        <p:spPr>
          <a:xfrm xmlns:a="http://schemas.openxmlformats.org/drawingml/2006/main" flipH="0" flipV="0">
            <a:off x="14639925" y="1714500"/>
            <a:ext cx="1676400" cy="0"/>
          </a:xfrm>
          <a:prstGeom xmlns:a="http://schemas.openxmlformats.org/drawingml/2006/main" prst="straightConnector1">
            <a:avLst/>
          </a:prstGeom>
          <a:ln xmlns:a="http://schemas.openxmlformats.org/drawingml/2006/main" w="21908">
            <a:solidFill>
              <a:srgbClr val="777777"/>
            </a:solidFill>
            <a:tailEnd type="none" w="med" len="med"/>
          </a:ln>
        </p:spPr>
      </p:cxnSp>
      <p:cxnSp>
        <p:nvCxnSpPr>
          <p:cNvPr id="53" name="Before correction vertical axis">
            <a:extLst xmlns:a="http://schemas.openxmlformats.org/drawingml/2006/main">
              <a:ext uri="{FF2B5EF4-FFF2-40B4-BE49-F238E27FC236}">
                <a16:creationId xmlns:a16="http://schemas.microsoft.com/office/drawing/2014/main" id="{188044BE-2FBD-4065-BEBD-7FBE77968BFE}"/>
              </a:ext>
            </a:extLst>
          </p:cNvPr>
          <p:cNvCxnSpPr/>
          <p:nvPr/>
        </p:nvCxnSpPr>
        <p:spPr>
          <a:xfrm xmlns:a="http://schemas.openxmlformats.org/drawingml/2006/main" flipH="0" flipV="0">
            <a:off x="14944725" y="914400"/>
            <a:ext cx="0" cy="1085850"/>
          </a:xfrm>
          <a:prstGeom xmlns:a="http://schemas.openxmlformats.org/drawingml/2006/main" prst="straightConnector1">
            <a:avLst/>
          </a:prstGeom>
          <a:ln xmlns:a="http://schemas.openxmlformats.org/drawingml/2006/main" w="21908">
            <a:solidFill>
              <a:srgbClr val="777777"/>
            </a:solidFill>
            <a:tailEnd type="none" w="med" len="med"/>
          </a:ln>
        </p:spPr>
      </p:cxnSp>
      <p:sp>
        <p:nvSpPr>
          <p:cNvPr id="54" name="Before correction contour 0">
            <a:extLst xmlns:a="http://schemas.openxmlformats.org/drawingml/2006/main">
              <a:ext uri="{FF2B5EF4-FFF2-40B4-BE49-F238E27FC236}">
                <a16:creationId xmlns:a16="http://schemas.microsoft.com/office/drawing/2014/main" id="{361C9361-AA19-4804-9506-8B419CCFD267}"/>
              </a:ext>
            </a:extLst>
          </p:cNvPr>
          <p:cNvSpPr>
            <a:spLocks xmlns:a="http://schemas.openxmlformats.org/drawingml/2006/main" noGrp="1"/>
          </p:cNvSpPr>
          <p:nvPr/>
        </p:nvSpPr>
        <p:spPr>
          <a:xfrm xmlns:a="http://schemas.openxmlformats.org/drawingml/2006/main" rot="1800000">
            <a:off x="14435138" y="1328738"/>
            <a:ext cx="1952625" cy="295275"/>
          </a:xfrm>
          <a:prstGeom xmlns:a="http://schemas.openxmlformats.org/drawingml/2006/main" prst="ellipse">
            <a:avLst/>
          </a:prstGeom>
          <a:solidFill xmlns:a="http://schemas.openxmlformats.org/drawingml/2006/main">
            <a:srgbClr val="E86C70"/>
          </a:solidFill>
          <a:ln xmlns:a="http://schemas.openxmlformats.org/drawingml/2006/main" w="19050">
            <a:solidFill>
              <a:srgbClr val="9C9C9C"/>
            </a:solidFill>
          </a:ln>
        </p:spPr>
      </p:sp>
      <p:sp>
        <p:nvSpPr>
          <p:cNvPr id="55" name="Before correction contour 1">
            <a:extLst xmlns:a="http://schemas.openxmlformats.org/drawingml/2006/main">
              <a:ext uri="{FF2B5EF4-FFF2-40B4-BE49-F238E27FC236}">
                <a16:creationId xmlns:a16="http://schemas.microsoft.com/office/drawing/2014/main" id="{21ABEFEE-E5D8-4A19-B9BF-26CA420DEF90}"/>
              </a:ext>
            </a:extLst>
          </p:cNvPr>
          <p:cNvSpPr>
            <a:spLocks xmlns:a="http://schemas.openxmlformats.org/drawingml/2006/main" noGrp="1"/>
          </p:cNvSpPr>
          <p:nvPr/>
        </p:nvSpPr>
        <p:spPr>
          <a:xfrm xmlns:a="http://schemas.openxmlformats.org/drawingml/2006/main" rot="1800000">
            <a:off x="14630400" y="1366838"/>
            <a:ext cx="1562100" cy="219075"/>
          </a:xfrm>
          <a:prstGeom xmlns:a="http://schemas.openxmlformats.org/drawingml/2006/main" prst="ellipse">
            <a:avLst/>
          </a:prstGeom>
          <a:solidFill xmlns:a="http://schemas.openxmlformats.org/drawingml/2006/main">
            <a:srgbClr val="E8A3A3"/>
          </a:solidFill>
          <a:ln xmlns:a="http://schemas.openxmlformats.org/drawingml/2006/main" w="19050">
            <a:solidFill>
              <a:srgbClr val="9C9C9C"/>
            </a:solidFill>
          </a:ln>
        </p:spPr>
      </p:sp>
      <p:sp>
        <p:nvSpPr>
          <p:cNvPr id="56" name="Before correction contour 2">
            <a:extLst xmlns:a="http://schemas.openxmlformats.org/drawingml/2006/main">
              <a:ext uri="{FF2B5EF4-FFF2-40B4-BE49-F238E27FC236}">
                <a16:creationId xmlns:a16="http://schemas.microsoft.com/office/drawing/2014/main" id="{854F7047-9A63-4736-87DC-F9BE53F55359}"/>
              </a:ext>
            </a:extLst>
          </p:cNvPr>
          <p:cNvSpPr>
            <a:spLocks xmlns:a="http://schemas.openxmlformats.org/drawingml/2006/main" noGrp="1"/>
          </p:cNvSpPr>
          <p:nvPr/>
        </p:nvSpPr>
        <p:spPr>
          <a:xfrm xmlns:a="http://schemas.openxmlformats.org/drawingml/2006/main" rot="1800000">
            <a:off x="14830425" y="1400175"/>
            <a:ext cx="1162050" cy="152400"/>
          </a:xfrm>
          <a:prstGeom xmlns:a="http://schemas.openxmlformats.org/drawingml/2006/main" prst="ellipse">
            <a:avLst/>
          </a:prstGeom>
          <a:solidFill xmlns:a="http://schemas.openxmlformats.org/drawingml/2006/main">
            <a:srgbClr val="DEDEDE"/>
          </a:solidFill>
          <a:ln xmlns:a="http://schemas.openxmlformats.org/drawingml/2006/main" w="19050">
            <a:solidFill>
              <a:srgbClr val="9C9C9C"/>
            </a:solidFill>
          </a:ln>
        </p:spPr>
      </p:sp>
      <p:sp>
        <p:nvSpPr>
          <p:cNvPr id="57" name="Before correction contour 3">
            <a:extLst xmlns:a="http://schemas.openxmlformats.org/drawingml/2006/main">
              <a:ext uri="{FF2B5EF4-FFF2-40B4-BE49-F238E27FC236}">
                <a16:creationId xmlns:a16="http://schemas.microsoft.com/office/drawing/2014/main" id="{F0FBC4AD-D9AF-482C-9C0B-F6064710CFC4}"/>
              </a:ext>
            </a:extLst>
          </p:cNvPr>
          <p:cNvSpPr>
            <a:spLocks xmlns:a="http://schemas.openxmlformats.org/drawingml/2006/main" noGrp="1"/>
          </p:cNvSpPr>
          <p:nvPr/>
        </p:nvSpPr>
        <p:spPr>
          <a:xfrm xmlns:a="http://schemas.openxmlformats.org/drawingml/2006/main" rot="1800000">
            <a:off x="15068550" y="1433513"/>
            <a:ext cx="685800" cy="85725"/>
          </a:xfrm>
          <a:prstGeom xmlns:a="http://schemas.openxmlformats.org/drawingml/2006/main" prst="ellipse">
            <a:avLst/>
          </a:prstGeom>
          <a:solidFill xmlns:a="http://schemas.openxmlformats.org/drawingml/2006/main">
            <a:srgbClr val="FFFFFF"/>
          </a:solidFill>
          <a:ln xmlns:a="http://schemas.openxmlformats.org/drawingml/2006/main" w="19050">
            <a:solidFill>
              <a:srgbClr val="9C9C9C"/>
            </a:solidFill>
          </a:ln>
        </p:spPr>
      </p:sp>
      <p:sp>
        <p:nvSpPr>
          <p:cNvPr id="58" name="After correction contour 0">
            <a:extLst xmlns:a="http://schemas.openxmlformats.org/drawingml/2006/main">
              <a:ext uri="{FF2B5EF4-FFF2-40B4-BE49-F238E27FC236}">
                <a16:creationId xmlns:a16="http://schemas.microsoft.com/office/drawing/2014/main" id="{5A87C86E-65D8-47B3-B3B9-082FFA0848F8}"/>
              </a:ext>
            </a:extLst>
          </p:cNvPr>
          <p:cNvSpPr>
            <a:spLocks xmlns:a="http://schemas.openxmlformats.org/drawingml/2006/main" noGrp="1"/>
          </p:cNvSpPr>
          <p:nvPr/>
        </p:nvSpPr>
        <p:spPr>
          <a:xfrm xmlns:a="http://schemas.openxmlformats.org/drawingml/2006/main" rot="0">
            <a:off x="14859000" y="2428875"/>
            <a:ext cx="1104900" cy="1104900"/>
          </a:xfrm>
          <a:prstGeom xmlns:a="http://schemas.openxmlformats.org/drawingml/2006/main" prst="ellipse">
            <a:avLst/>
          </a:prstGeom>
          <a:solidFill xmlns:a="http://schemas.openxmlformats.org/drawingml/2006/main">
            <a:srgbClr val="E86C70"/>
          </a:solidFill>
          <a:ln xmlns:a="http://schemas.openxmlformats.org/drawingml/2006/main" w="19050">
            <a:solidFill>
              <a:srgbClr val="999999"/>
            </a:solidFill>
          </a:ln>
        </p:spPr>
      </p:sp>
      <p:sp>
        <p:nvSpPr>
          <p:cNvPr id="59" name="After correction contour 1">
            <a:extLst xmlns:a="http://schemas.openxmlformats.org/drawingml/2006/main">
              <a:ext uri="{FF2B5EF4-FFF2-40B4-BE49-F238E27FC236}">
                <a16:creationId xmlns:a16="http://schemas.microsoft.com/office/drawing/2014/main" id="{3B45D730-5614-4D9F-8E4B-86AA6DC9652B}"/>
              </a:ext>
            </a:extLst>
          </p:cNvPr>
          <p:cNvSpPr>
            <a:spLocks xmlns:a="http://schemas.openxmlformats.org/drawingml/2006/main" noGrp="1"/>
          </p:cNvSpPr>
          <p:nvPr/>
        </p:nvSpPr>
        <p:spPr>
          <a:xfrm xmlns:a="http://schemas.openxmlformats.org/drawingml/2006/main" rot="0">
            <a:off x="14954250" y="2524125"/>
            <a:ext cx="914400" cy="914400"/>
          </a:xfrm>
          <a:prstGeom xmlns:a="http://schemas.openxmlformats.org/drawingml/2006/main" prst="ellipse">
            <a:avLst/>
          </a:prstGeom>
          <a:solidFill xmlns:a="http://schemas.openxmlformats.org/drawingml/2006/main">
            <a:srgbClr val="E8A3A3"/>
          </a:solidFill>
          <a:ln xmlns:a="http://schemas.openxmlformats.org/drawingml/2006/main" w="19050">
            <a:solidFill>
              <a:srgbClr val="999999"/>
            </a:solidFill>
          </a:ln>
        </p:spPr>
      </p:sp>
      <p:sp>
        <p:nvSpPr>
          <p:cNvPr id="60" name="After correction contour 2">
            <a:extLst xmlns:a="http://schemas.openxmlformats.org/drawingml/2006/main">
              <a:ext uri="{FF2B5EF4-FFF2-40B4-BE49-F238E27FC236}">
                <a16:creationId xmlns:a16="http://schemas.microsoft.com/office/drawing/2014/main" id="{DA82BB90-53F8-4695-9A97-E14DE8770B5B}"/>
              </a:ext>
            </a:extLst>
          </p:cNvPr>
          <p:cNvSpPr>
            <a:spLocks xmlns:a="http://schemas.openxmlformats.org/drawingml/2006/main" noGrp="1"/>
          </p:cNvSpPr>
          <p:nvPr/>
        </p:nvSpPr>
        <p:spPr>
          <a:xfrm xmlns:a="http://schemas.openxmlformats.org/drawingml/2006/main" rot="0">
            <a:off x="15078075" y="2647950"/>
            <a:ext cx="666750" cy="666750"/>
          </a:xfrm>
          <a:prstGeom xmlns:a="http://schemas.openxmlformats.org/drawingml/2006/main" prst="ellipse">
            <a:avLst/>
          </a:prstGeom>
          <a:solidFill xmlns:a="http://schemas.openxmlformats.org/drawingml/2006/main">
            <a:srgbClr val="D7D7D7"/>
          </a:solidFill>
          <a:ln xmlns:a="http://schemas.openxmlformats.org/drawingml/2006/main" w="19050">
            <a:solidFill>
              <a:srgbClr val="999999"/>
            </a:solidFill>
          </a:ln>
        </p:spPr>
      </p:sp>
      <p:sp>
        <p:nvSpPr>
          <p:cNvPr id="61" name="After correction contour 3">
            <a:extLst xmlns:a="http://schemas.openxmlformats.org/drawingml/2006/main">
              <a:ext uri="{FF2B5EF4-FFF2-40B4-BE49-F238E27FC236}">
                <a16:creationId xmlns:a16="http://schemas.microsoft.com/office/drawing/2014/main" id="{5D80E082-0494-4E17-BF7B-19BAE1525D0B}"/>
              </a:ext>
            </a:extLst>
          </p:cNvPr>
          <p:cNvSpPr>
            <a:spLocks xmlns:a="http://schemas.openxmlformats.org/drawingml/2006/main" noGrp="1"/>
          </p:cNvSpPr>
          <p:nvPr/>
        </p:nvSpPr>
        <p:spPr>
          <a:xfrm xmlns:a="http://schemas.openxmlformats.org/drawingml/2006/main" rot="0">
            <a:off x="15230475" y="2800350"/>
            <a:ext cx="361950" cy="361950"/>
          </a:xfrm>
          <a:prstGeom xmlns:a="http://schemas.openxmlformats.org/drawingml/2006/main" prst="ellipse">
            <a:avLst/>
          </a:prstGeom>
          <a:solidFill xmlns:a="http://schemas.openxmlformats.org/drawingml/2006/main">
            <a:srgbClr val="FFFFFF"/>
          </a:solidFill>
          <a:ln xmlns:a="http://schemas.openxmlformats.org/drawingml/2006/main" w="19050">
            <a:solidFill>
              <a:srgbClr val="999999"/>
            </a:solidFill>
          </a:ln>
        </p:spPr>
      </p:sp>
      <p:cxnSp>
        <p:nvCxnSpPr>
          <p:cNvPr id="62" name="After correction horizontal axis">
            <a:extLst xmlns:a="http://schemas.openxmlformats.org/drawingml/2006/main">
              <a:ext uri="{FF2B5EF4-FFF2-40B4-BE49-F238E27FC236}">
                <a16:creationId xmlns:a16="http://schemas.microsoft.com/office/drawing/2014/main" id="{D9E99193-34B4-4964-A9F6-38EAF7D4F85D}"/>
              </a:ext>
            </a:extLst>
          </p:cNvPr>
          <p:cNvCxnSpPr/>
          <p:nvPr/>
        </p:nvCxnSpPr>
        <p:spPr>
          <a:xfrm xmlns:a="http://schemas.openxmlformats.org/drawingml/2006/main" flipH="0" flipV="0">
            <a:off x="14582775" y="2981325"/>
            <a:ext cx="1657350" cy="0"/>
          </a:xfrm>
          <a:prstGeom xmlns:a="http://schemas.openxmlformats.org/drawingml/2006/main" prst="straightConnector1">
            <a:avLst/>
          </a:prstGeom>
          <a:ln xmlns:a="http://schemas.openxmlformats.org/drawingml/2006/main" w="21908">
            <a:solidFill>
              <a:srgbClr val="777777"/>
            </a:solidFill>
            <a:tailEnd type="none" w="med" len="med"/>
          </a:ln>
        </p:spPr>
      </p:cxnSp>
      <p:cxnSp>
        <p:nvCxnSpPr>
          <p:cNvPr id="63" name="After correction vertical axis">
            <a:extLst xmlns:a="http://schemas.openxmlformats.org/drawingml/2006/main">
              <a:ext uri="{FF2B5EF4-FFF2-40B4-BE49-F238E27FC236}">
                <a16:creationId xmlns:a16="http://schemas.microsoft.com/office/drawing/2014/main" id="{3C0626A3-7626-4A58-B9CF-20AFDA29B709}"/>
              </a:ext>
            </a:extLst>
          </p:cNvPr>
          <p:cNvCxnSpPr/>
          <p:nvPr/>
        </p:nvCxnSpPr>
        <p:spPr>
          <a:xfrm xmlns:a="http://schemas.openxmlformats.org/drawingml/2006/main" flipH="0" flipV="0">
            <a:off x="15411450" y="2228850"/>
            <a:ext cx="0" cy="1495425"/>
          </a:xfrm>
          <a:prstGeom xmlns:a="http://schemas.openxmlformats.org/drawingml/2006/main" prst="straightConnector1">
            <a:avLst/>
          </a:prstGeom>
          <a:ln xmlns:a="http://schemas.openxmlformats.org/drawingml/2006/main" w="21908">
            <a:solidFill>
              <a:srgbClr val="777777"/>
            </a:solidFill>
            <a:tailEnd type="none" w="med" len="med"/>
          </a:ln>
        </p:spPr>
      </p:cxnSp>
      <p:pic>
        <p:nvPicPr>
          <p:cNvPr id="64" name="">
            <a:extLst xmlns:a="http://schemas.openxmlformats.org/drawingml/2006/main">
              <a:ext uri="{FF2B5EF4-FFF2-40B4-BE49-F238E27FC236}">
                <a16:creationId xmlns:a16="http://schemas.microsoft.com/office/drawing/2014/main" id="{B532C788-9A4F-4510-9EA5-D83336D01E19}"/>
              </a:ext>
            </a:extLst>
          </p:cNvPr>
          <p:cNvPicPr>
            <a:picLocks xmlns:a="http://schemas.openxmlformats.org/drawingml/2006/main" noChangeAspect="1"/>
          </p:cNvPicPr>
          <p:nvPr/>
        </p:nvPicPr>
        <p:blipFill>
          <a:blip xmlns:r="http://schemas.openxmlformats.org/officeDocument/2006/relationships" xmlns:a="http://schemas.openxmlformats.org/drawingml/2006/main" r:embed="R3990c1982309401d"/>
          <a:stretch xmlns:a="http://schemas.openxmlformats.org/drawingml/2006/main"/>
        </p:blipFill>
        <p:spPr>
          <a:xfrm xmlns:a="http://schemas.openxmlformats.org/drawingml/2006/main">
            <a:off x="17916525" y="1581150"/>
            <a:ext cx="1524000" cy="1533525"/>
          </a:xfrm>
          <a:prstGeom xmlns:a="http://schemas.openxmlformats.org/drawingml/2006/main" prst="rect">
            <a:avLst/>
          </a:prstGeom>
        </p:spPr>
      </p:pic>
      <p:sp>
        <p:nvSpPr>
          <p:cNvPr id="65" name="Density field frame">
            <a:extLst xmlns:a="http://schemas.openxmlformats.org/drawingml/2006/main">
              <a:ext uri="{FF2B5EF4-FFF2-40B4-BE49-F238E27FC236}">
                <a16:creationId xmlns:a16="http://schemas.microsoft.com/office/drawing/2014/main" id="{A2CE8CFA-A4A1-41A7-AEB1-915A893655AF}"/>
              </a:ext>
            </a:extLst>
          </p:cNvPr>
          <p:cNvSpPr>
            <a:spLocks xmlns:a="http://schemas.openxmlformats.org/drawingml/2006/main" noGrp="1"/>
          </p:cNvSpPr>
          <p:nvPr/>
        </p:nvSpPr>
        <p:spPr>
          <a:xfrm xmlns:a="http://schemas.openxmlformats.org/drawingml/2006/main" rot="0">
            <a:off x="17830800" y="1514475"/>
            <a:ext cx="1666875" cy="1647825"/>
          </a:xfrm>
          <a:prstGeom xmlns:a="http://schemas.openxmlformats.org/drawingml/2006/main" prst="rect">
            <a:avLst/>
          </a:prstGeom>
          <a:noFill xmlns:a="http://schemas.openxmlformats.org/drawingml/2006/main"/>
          <a:ln xmlns:a="http://schemas.openxmlformats.org/drawingml/2006/main" w="21908">
            <a:solidFill>
              <a:srgbClr val="626262"/>
            </a:solidFill>
          </a:ln>
        </p:spPr>
      </p:sp>
      <p:pic>
        <p:nvPicPr>
          <p:cNvPr id="66" name="">
            <a:extLst xmlns:a="http://schemas.openxmlformats.org/drawingml/2006/main">
              <a:ext uri="{FF2B5EF4-FFF2-40B4-BE49-F238E27FC236}">
                <a16:creationId xmlns:a16="http://schemas.microsoft.com/office/drawing/2014/main" id="{8D7BCFC9-0E8F-4306-9CF2-287C325DB898}"/>
              </a:ext>
            </a:extLst>
          </p:cNvPr>
          <p:cNvPicPr>
            <a:picLocks xmlns:a="http://schemas.openxmlformats.org/drawingml/2006/main" noChangeAspect="1"/>
          </p:cNvPicPr>
          <p:nvPr/>
        </p:nvPicPr>
        <p:blipFill>
          <a:blip xmlns:r="http://schemas.openxmlformats.org/officeDocument/2006/relationships" xmlns:a="http://schemas.openxmlformats.org/drawingml/2006/main" r:embed="Rd582ba3fcef347c5"/>
          <a:stretch xmlns:a="http://schemas.openxmlformats.org/drawingml/2006/main"/>
        </p:blipFill>
        <p:spPr>
          <a:xfrm xmlns:a="http://schemas.openxmlformats.org/drawingml/2006/main">
            <a:off x="285750" y="6057900"/>
            <a:ext cx="1219200" cy="895350"/>
          </a:xfrm>
          <a:prstGeom xmlns:a="http://schemas.openxmlformats.org/drawingml/2006/main" prst="rect">
            <a:avLst/>
          </a:prstGeom>
        </p:spPr>
      </p:pic>
      <p:pic>
        <p:nvPicPr>
          <p:cNvPr id="67" name="">
            <a:extLst xmlns:a="http://schemas.openxmlformats.org/drawingml/2006/main">
              <a:ext uri="{FF2B5EF4-FFF2-40B4-BE49-F238E27FC236}">
                <a16:creationId xmlns:a16="http://schemas.microsoft.com/office/drawing/2014/main" id="{4276E134-8EAB-4CFE-AD9F-CA2CA4756070}"/>
              </a:ext>
            </a:extLst>
          </p:cNvPr>
          <p:cNvPicPr>
            <a:picLocks xmlns:a="http://schemas.openxmlformats.org/drawingml/2006/main" noChangeAspect="1"/>
          </p:cNvPicPr>
          <p:nvPr/>
        </p:nvPicPr>
        <p:blipFill>
          <a:blip xmlns:r="http://schemas.openxmlformats.org/officeDocument/2006/relationships" xmlns:a="http://schemas.openxmlformats.org/drawingml/2006/main" r:embed="R39f972e17a4e48eb"/>
          <a:stretch xmlns:a="http://schemas.openxmlformats.org/drawingml/2006/main"/>
        </p:blipFill>
        <p:spPr>
          <a:xfrm xmlns:a="http://schemas.openxmlformats.org/drawingml/2006/main">
            <a:off x="1562100" y="6057900"/>
            <a:ext cx="1219200" cy="895350"/>
          </a:xfrm>
          <a:prstGeom xmlns:a="http://schemas.openxmlformats.org/drawingml/2006/main" prst="rect">
            <a:avLst/>
          </a:prstGeom>
        </p:spPr>
      </p:pic>
      <p:pic>
        <p:nvPicPr>
          <p:cNvPr id="68" name="">
            <a:extLst xmlns:a="http://schemas.openxmlformats.org/drawingml/2006/main">
              <a:ext uri="{FF2B5EF4-FFF2-40B4-BE49-F238E27FC236}">
                <a16:creationId xmlns:a16="http://schemas.microsoft.com/office/drawing/2014/main" id="{E76161CC-1796-4640-812E-0BC98237957C}"/>
              </a:ext>
            </a:extLst>
          </p:cNvPr>
          <p:cNvPicPr>
            <a:picLocks xmlns:a="http://schemas.openxmlformats.org/drawingml/2006/main" noChangeAspect="1"/>
          </p:cNvPicPr>
          <p:nvPr/>
        </p:nvPicPr>
        <p:blipFill>
          <a:blip xmlns:r="http://schemas.openxmlformats.org/officeDocument/2006/relationships" xmlns:a="http://schemas.openxmlformats.org/drawingml/2006/main" r:embed="R87e264ab310e48bb"/>
          <a:stretch xmlns:a="http://schemas.openxmlformats.org/drawingml/2006/main"/>
        </p:blipFill>
        <p:spPr>
          <a:xfrm xmlns:a="http://schemas.openxmlformats.org/drawingml/2006/main">
            <a:off x="2838450" y="6057900"/>
            <a:ext cx="1219200" cy="895350"/>
          </a:xfrm>
          <a:prstGeom xmlns:a="http://schemas.openxmlformats.org/drawingml/2006/main" prst="rect">
            <a:avLst/>
          </a:prstGeom>
        </p:spPr>
      </p:pic>
      <p:pic>
        <p:nvPicPr>
          <p:cNvPr id="69" name="">
            <a:extLst xmlns:a="http://schemas.openxmlformats.org/drawingml/2006/main">
              <a:ext uri="{FF2B5EF4-FFF2-40B4-BE49-F238E27FC236}">
                <a16:creationId xmlns:a16="http://schemas.microsoft.com/office/drawing/2014/main" id="{AB0CC448-8ADC-4813-B25B-C086B113B0B0}"/>
              </a:ext>
            </a:extLst>
          </p:cNvPr>
          <p:cNvPicPr>
            <a:picLocks xmlns:a="http://schemas.openxmlformats.org/drawingml/2006/main" noChangeAspect="1"/>
          </p:cNvPicPr>
          <p:nvPr/>
        </p:nvPicPr>
        <p:blipFill>
          <a:blip xmlns:r="http://schemas.openxmlformats.org/officeDocument/2006/relationships" xmlns:a="http://schemas.openxmlformats.org/drawingml/2006/main" r:embed="R84242027f570479f"/>
          <a:stretch xmlns:a="http://schemas.openxmlformats.org/drawingml/2006/main"/>
        </p:blipFill>
        <p:spPr>
          <a:xfrm xmlns:a="http://schemas.openxmlformats.org/drawingml/2006/main">
            <a:off x="285750" y="7000875"/>
            <a:ext cx="1219200" cy="895350"/>
          </a:xfrm>
          <a:prstGeom xmlns:a="http://schemas.openxmlformats.org/drawingml/2006/main" prst="rect">
            <a:avLst/>
          </a:prstGeom>
        </p:spPr>
      </p:pic>
      <p:pic>
        <p:nvPicPr>
          <p:cNvPr id="70" name="">
            <a:extLst xmlns:a="http://schemas.openxmlformats.org/drawingml/2006/main">
              <a:ext uri="{FF2B5EF4-FFF2-40B4-BE49-F238E27FC236}">
                <a16:creationId xmlns:a16="http://schemas.microsoft.com/office/drawing/2014/main" id="{23681F79-83F7-4EF5-9854-A1E3B6C632F8}"/>
              </a:ext>
            </a:extLst>
          </p:cNvPr>
          <p:cNvPicPr>
            <a:picLocks xmlns:a="http://schemas.openxmlformats.org/drawingml/2006/main" noChangeAspect="1"/>
          </p:cNvPicPr>
          <p:nvPr/>
        </p:nvPicPr>
        <p:blipFill>
          <a:blip xmlns:r="http://schemas.openxmlformats.org/officeDocument/2006/relationships" xmlns:a="http://schemas.openxmlformats.org/drawingml/2006/main" r:embed="R0f05497ed0cf43f7"/>
          <a:stretch xmlns:a="http://schemas.openxmlformats.org/drawingml/2006/main"/>
        </p:blipFill>
        <p:spPr>
          <a:xfrm xmlns:a="http://schemas.openxmlformats.org/drawingml/2006/main">
            <a:off x="1562100" y="7000875"/>
            <a:ext cx="1219200" cy="895350"/>
          </a:xfrm>
          <a:prstGeom xmlns:a="http://schemas.openxmlformats.org/drawingml/2006/main" prst="rect">
            <a:avLst/>
          </a:prstGeom>
        </p:spPr>
      </p:pic>
      <p:pic>
        <p:nvPicPr>
          <p:cNvPr id="71" name="">
            <a:extLst xmlns:a="http://schemas.openxmlformats.org/drawingml/2006/main">
              <a:ext uri="{FF2B5EF4-FFF2-40B4-BE49-F238E27FC236}">
                <a16:creationId xmlns:a16="http://schemas.microsoft.com/office/drawing/2014/main" id="{E53D817F-1017-4738-A92D-5BD9AB2A9638}"/>
              </a:ext>
            </a:extLst>
          </p:cNvPr>
          <p:cNvPicPr>
            <a:picLocks xmlns:a="http://schemas.openxmlformats.org/drawingml/2006/main" noChangeAspect="1"/>
          </p:cNvPicPr>
          <p:nvPr/>
        </p:nvPicPr>
        <p:blipFill>
          <a:blip xmlns:r="http://schemas.openxmlformats.org/officeDocument/2006/relationships" xmlns:a="http://schemas.openxmlformats.org/drawingml/2006/main" r:embed="R7a003ae6d8eb4899"/>
          <a:stretch xmlns:a="http://schemas.openxmlformats.org/drawingml/2006/main"/>
        </p:blipFill>
        <p:spPr>
          <a:xfrm xmlns:a="http://schemas.openxmlformats.org/drawingml/2006/main">
            <a:off x="2838450" y="7000875"/>
            <a:ext cx="1219200" cy="895350"/>
          </a:xfrm>
          <a:prstGeom xmlns:a="http://schemas.openxmlformats.org/drawingml/2006/main" prst="rect">
            <a:avLst/>
          </a:prstGeom>
        </p:spPr>
      </p:pic>
      <p:sp>
        <p:nvSpPr>
          <p:cNvPr id="72" name="CNN input plane 1 top">
            <a:extLst xmlns:a="http://schemas.openxmlformats.org/drawingml/2006/main">
              <a:ext uri="{FF2B5EF4-FFF2-40B4-BE49-F238E27FC236}">
                <a16:creationId xmlns:a16="http://schemas.microsoft.com/office/drawing/2014/main" id="{1B406413-54CE-4C5D-A8CC-51EEDBC38384}"/>
              </a:ext>
            </a:extLst>
          </p:cNvPr>
          <p:cNvSpPr>
            <a:spLocks xmlns:a="http://schemas.openxmlformats.org/drawingml/2006/main" noGrp="1"/>
          </p:cNvSpPr>
          <p:nvPr/>
        </p:nvSpPr>
        <p:spPr>
          <a:xfrm xmlns:a="http://schemas.openxmlformats.org/drawingml/2006/main">
            <a:off x="4257675" y="5915025"/>
            <a:ext cx="762000" cy="676275"/>
          </a:xfrm>
          <a:custGeom xmlns:a="http://schemas.openxmlformats.org/drawingml/2006/main">
            <a:pathLst>
              <a:path w="762000" h="676275">
                <a:moveTo>
                  <a:pt x="0" y="676275"/>
                </a:moveTo>
                <a:lnTo>
                  <a:pt x="676275" y="0"/>
                </a:lnTo>
                <a:lnTo>
                  <a:pt x="762000" y="0"/>
                </a:lnTo>
                <a:lnTo>
                  <a:pt x="85725" y="676275"/>
                </a:lnTo>
                <a:close/>
              </a:path>
            </a:pathLst>
          </a:custGeom>
          <a:solidFill xmlns:a="http://schemas.openxmlformats.org/drawingml/2006/main">
            <a:srgbClr val="D8912B"/>
          </a:solidFill>
          <a:ln xmlns:a="http://schemas.openxmlformats.org/drawingml/2006/main" w="21908">
            <a:solidFill>
              <a:srgbClr val="626262"/>
            </a:solidFill>
          </a:ln>
        </p:spPr>
      </p:sp>
      <p:sp>
        <p:nvSpPr>
          <p:cNvPr id="73" name="CNN input plane 1 side">
            <a:extLst xmlns:a="http://schemas.openxmlformats.org/drawingml/2006/main">
              <a:ext uri="{FF2B5EF4-FFF2-40B4-BE49-F238E27FC236}">
                <a16:creationId xmlns:a16="http://schemas.microsoft.com/office/drawing/2014/main" id="{01952EEE-DD96-46E8-B68E-0E864A072AFA}"/>
              </a:ext>
            </a:extLst>
          </p:cNvPr>
          <p:cNvSpPr>
            <a:spLocks xmlns:a="http://schemas.openxmlformats.org/drawingml/2006/main" noGrp="1"/>
          </p:cNvSpPr>
          <p:nvPr/>
        </p:nvSpPr>
        <p:spPr>
          <a:xfrm xmlns:a="http://schemas.openxmlformats.org/drawingml/2006/main">
            <a:off x="4343400" y="5915025"/>
            <a:ext cx="676275" cy="1933575"/>
          </a:xfrm>
          <a:custGeom xmlns:a="http://schemas.openxmlformats.org/drawingml/2006/main">
            <a:pathLst>
              <a:path w="676275" h="1933575">
                <a:moveTo>
                  <a:pt x="0" y="676275"/>
                </a:moveTo>
                <a:lnTo>
                  <a:pt x="676275" y="0"/>
                </a:lnTo>
                <a:lnTo>
                  <a:pt x="676275" y="1257300"/>
                </a:lnTo>
                <a:lnTo>
                  <a:pt x="0" y="1933575"/>
                </a:lnTo>
                <a:close/>
              </a:path>
            </a:pathLst>
          </a:custGeom>
          <a:solidFill xmlns:a="http://schemas.openxmlformats.org/drawingml/2006/main">
            <a:srgbClr val="D8912B"/>
          </a:solidFill>
          <a:ln xmlns:a="http://schemas.openxmlformats.org/drawingml/2006/main" w="21908">
            <a:solidFill>
              <a:srgbClr val="626262"/>
            </a:solidFill>
          </a:ln>
        </p:spPr>
      </p:sp>
      <p:sp>
        <p:nvSpPr>
          <p:cNvPr id="74" name="CNN input plane 1 face">
            <a:extLst xmlns:a="http://schemas.openxmlformats.org/drawingml/2006/main">
              <a:ext uri="{FF2B5EF4-FFF2-40B4-BE49-F238E27FC236}">
                <a16:creationId xmlns:a16="http://schemas.microsoft.com/office/drawing/2014/main" id="{3506A14E-B488-4ECB-9A80-3065A36962A5}"/>
              </a:ext>
            </a:extLst>
          </p:cNvPr>
          <p:cNvSpPr>
            <a:spLocks xmlns:a="http://schemas.openxmlformats.org/drawingml/2006/main" noGrp="1"/>
          </p:cNvSpPr>
          <p:nvPr/>
        </p:nvSpPr>
        <p:spPr>
          <a:xfrm xmlns:a="http://schemas.openxmlformats.org/drawingml/2006/main" rot="0">
            <a:off x="4257675" y="6591300"/>
            <a:ext cx="85725" cy="1257300"/>
          </a:xfrm>
          <a:prstGeom xmlns:a="http://schemas.openxmlformats.org/drawingml/2006/main" prst="rect">
            <a:avLst/>
          </a:prstGeom>
          <a:solidFill xmlns:a="http://schemas.openxmlformats.org/drawingml/2006/main">
            <a:srgbClr val="D8912B"/>
          </a:solidFill>
          <a:ln xmlns:a="http://schemas.openxmlformats.org/drawingml/2006/main" w="21908">
            <a:solidFill>
              <a:srgbClr val="626262"/>
            </a:solidFill>
          </a:ln>
        </p:spPr>
      </p:sp>
      <p:sp>
        <p:nvSpPr>
          <p:cNvPr id="75" name="CNN input plane 2 top">
            <a:extLst xmlns:a="http://schemas.openxmlformats.org/drawingml/2006/main">
              <a:ext uri="{FF2B5EF4-FFF2-40B4-BE49-F238E27FC236}">
                <a16:creationId xmlns:a16="http://schemas.microsoft.com/office/drawing/2014/main" id="{3C084C48-6456-476D-8859-6A8DBA77A0B6}"/>
              </a:ext>
            </a:extLst>
          </p:cNvPr>
          <p:cNvSpPr>
            <a:spLocks xmlns:a="http://schemas.openxmlformats.org/drawingml/2006/main" noGrp="1"/>
          </p:cNvSpPr>
          <p:nvPr/>
        </p:nvSpPr>
        <p:spPr>
          <a:xfrm xmlns:a="http://schemas.openxmlformats.org/drawingml/2006/main">
            <a:off x="4343400" y="5915025"/>
            <a:ext cx="762000" cy="676275"/>
          </a:xfrm>
          <a:custGeom xmlns:a="http://schemas.openxmlformats.org/drawingml/2006/main">
            <a:pathLst>
              <a:path w="762000" h="676275">
                <a:moveTo>
                  <a:pt x="0" y="676275"/>
                </a:moveTo>
                <a:lnTo>
                  <a:pt x="676275" y="0"/>
                </a:lnTo>
                <a:lnTo>
                  <a:pt x="762000" y="0"/>
                </a:lnTo>
                <a:lnTo>
                  <a:pt x="85725" y="676275"/>
                </a:lnTo>
                <a:close/>
              </a:path>
            </a:pathLst>
          </a:custGeom>
          <a:solidFill xmlns:a="http://schemas.openxmlformats.org/drawingml/2006/main">
            <a:srgbClr val="E3B62B"/>
          </a:solidFill>
          <a:ln xmlns:a="http://schemas.openxmlformats.org/drawingml/2006/main" w="21908">
            <a:solidFill>
              <a:srgbClr val="626262"/>
            </a:solidFill>
          </a:ln>
        </p:spPr>
      </p:sp>
      <p:sp>
        <p:nvSpPr>
          <p:cNvPr id="76" name="CNN input plane 2 side">
            <a:extLst xmlns:a="http://schemas.openxmlformats.org/drawingml/2006/main">
              <a:ext uri="{FF2B5EF4-FFF2-40B4-BE49-F238E27FC236}">
                <a16:creationId xmlns:a16="http://schemas.microsoft.com/office/drawing/2014/main" id="{A4B96A49-F373-4930-B70E-E7CE8A6D595D}"/>
              </a:ext>
            </a:extLst>
          </p:cNvPr>
          <p:cNvSpPr>
            <a:spLocks xmlns:a="http://schemas.openxmlformats.org/drawingml/2006/main" noGrp="1"/>
          </p:cNvSpPr>
          <p:nvPr/>
        </p:nvSpPr>
        <p:spPr>
          <a:xfrm xmlns:a="http://schemas.openxmlformats.org/drawingml/2006/main">
            <a:off x="4429125" y="5915025"/>
            <a:ext cx="676275" cy="1933575"/>
          </a:xfrm>
          <a:custGeom xmlns:a="http://schemas.openxmlformats.org/drawingml/2006/main">
            <a:pathLst>
              <a:path w="676275" h="1933575">
                <a:moveTo>
                  <a:pt x="0" y="676275"/>
                </a:moveTo>
                <a:lnTo>
                  <a:pt x="676275" y="0"/>
                </a:lnTo>
                <a:lnTo>
                  <a:pt x="676275" y="1257300"/>
                </a:lnTo>
                <a:lnTo>
                  <a:pt x="0" y="1933575"/>
                </a:lnTo>
                <a:close/>
              </a:path>
            </a:pathLst>
          </a:custGeom>
          <a:solidFill xmlns:a="http://schemas.openxmlformats.org/drawingml/2006/main">
            <a:srgbClr val="E3B62B"/>
          </a:solidFill>
          <a:ln xmlns:a="http://schemas.openxmlformats.org/drawingml/2006/main" w="21908">
            <a:solidFill>
              <a:srgbClr val="626262"/>
            </a:solidFill>
          </a:ln>
        </p:spPr>
      </p:sp>
      <p:sp>
        <p:nvSpPr>
          <p:cNvPr id="77" name="CNN input plane 2 face">
            <a:extLst xmlns:a="http://schemas.openxmlformats.org/drawingml/2006/main">
              <a:ext uri="{FF2B5EF4-FFF2-40B4-BE49-F238E27FC236}">
                <a16:creationId xmlns:a16="http://schemas.microsoft.com/office/drawing/2014/main" id="{49301C14-4F99-44F5-B6D3-A3717C7278BD}"/>
              </a:ext>
            </a:extLst>
          </p:cNvPr>
          <p:cNvSpPr>
            <a:spLocks xmlns:a="http://schemas.openxmlformats.org/drawingml/2006/main" noGrp="1"/>
          </p:cNvSpPr>
          <p:nvPr/>
        </p:nvSpPr>
        <p:spPr>
          <a:xfrm xmlns:a="http://schemas.openxmlformats.org/drawingml/2006/main" rot="0">
            <a:off x="4343400" y="6591300"/>
            <a:ext cx="85725" cy="1257300"/>
          </a:xfrm>
          <a:prstGeom xmlns:a="http://schemas.openxmlformats.org/drawingml/2006/main" prst="rect">
            <a:avLst/>
          </a:prstGeom>
          <a:solidFill xmlns:a="http://schemas.openxmlformats.org/drawingml/2006/main">
            <a:srgbClr val="E3B62B"/>
          </a:solidFill>
          <a:ln xmlns:a="http://schemas.openxmlformats.org/drawingml/2006/main" w="21908">
            <a:solidFill>
              <a:srgbClr val="626262"/>
            </a:solidFill>
          </a:ln>
        </p:spPr>
      </p:sp>
      <p:sp>
        <p:nvSpPr>
          <p:cNvPr id="78" name="CNN input plane 3 top">
            <a:extLst xmlns:a="http://schemas.openxmlformats.org/drawingml/2006/main">
              <a:ext uri="{FF2B5EF4-FFF2-40B4-BE49-F238E27FC236}">
                <a16:creationId xmlns:a16="http://schemas.microsoft.com/office/drawing/2014/main" id="{71F23C77-92C0-4054-829A-46590154E9A4}"/>
              </a:ext>
            </a:extLst>
          </p:cNvPr>
          <p:cNvSpPr>
            <a:spLocks xmlns:a="http://schemas.openxmlformats.org/drawingml/2006/main" noGrp="1"/>
          </p:cNvSpPr>
          <p:nvPr/>
        </p:nvSpPr>
        <p:spPr>
          <a:xfrm xmlns:a="http://schemas.openxmlformats.org/drawingml/2006/main">
            <a:off x="4429125" y="5915025"/>
            <a:ext cx="762000" cy="676275"/>
          </a:xfrm>
          <a:custGeom xmlns:a="http://schemas.openxmlformats.org/drawingml/2006/main">
            <a:pathLst>
              <a:path w="762000" h="676275">
                <a:moveTo>
                  <a:pt x="0" y="676275"/>
                </a:moveTo>
                <a:lnTo>
                  <a:pt x="676275" y="0"/>
                </a:lnTo>
                <a:lnTo>
                  <a:pt x="762000" y="0"/>
                </a:lnTo>
                <a:lnTo>
                  <a:pt x="85725" y="676275"/>
                </a:lnTo>
                <a:close/>
              </a:path>
            </a:pathLst>
          </a:custGeom>
          <a:solidFill xmlns:a="http://schemas.openxmlformats.org/drawingml/2006/main">
            <a:srgbClr val="0E9A42"/>
          </a:solidFill>
          <a:ln xmlns:a="http://schemas.openxmlformats.org/drawingml/2006/main" w="21908">
            <a:solidFill>
              <a:srgbClr val="626262"/>
            </a:solidFill>
          </a:ln>
        </p:spPr>
      </p:sp>
      <p:sp>
        <p:nvSpPr>
          <p:cNvPr id="79" name="CNN input plane 3 side">
            <a:extLst xmlns:a="http://schemas.openxmlformats.org/drawingml/2006/main">
              <a:ext uri="{FF2B5EF4-FFF2-40B4-BE49-F238E27FC236}">
                <a16:creationId xmlns:a16="http://schemas.microsoft.com/office/drawing/2014/main" id="{CF4EECB8-CC03-4A39-8C3E-C202179EF48C}"/>
              </a:ext>
            </a:extLst>
          </p:cNvPr>
          <p:cNvSpPr>
            <a:spLocks xmlns:a="http://schemas.openxmlformats.org/drawingml/2006/main" noGrp="1"/>
          </p:cNvSpPr>
          <p:nvPr/>
        </p:nvSpPr>
        <p:spPr>
          <a:xfrm xmlns:a="http://schemas.openxmlformats.org/drawingml/2006/main">
            <a:off x="4514850" y="5915025"/>
            <a:ext cx="676275" cy="1933575"/>
          </a:xfrm>
          <a:custGeom xmlns:a="http://schemas.openxmlformats.org/drawingml/2006/main">
            <a:pathLst>
              <a:path w="676275" h="1933575">
                <a:moveTo>
                  <a:pt x="0" y="676275"/>
                </a:moveTo>
                <a:lnTo>
                  <a:pt x="676275" y="0"/>
                </a:lnTo>
                <a:lnTo>
                  <a:pt x="676275" y="1257300"/>
                </a:lnTo>
                <a:lnTo>
                  <a:pt x="0" y="1933575"/>
                </a:lnTo>
                <a:close/>
              </a:path>
            </a:pathLst>
          </a:custGeom>
          <a:solidFill xmlns:a="http://schemas.openxmlformats.org/drawingml/2006/main">
            <a:srgbClr val="0E9A42"/>
          </a:solidFill>
          <a:ln xmlns:a="http://schemas.openxmlformats.org/drawingml/2006/main" w="21908">
            <a:solidFill>
              <a:srgbClr val="626262"/>
            </a:solidFill>
          </a:ln>
        </p:spPr>
      </p:sp>
      <p:sp>
        <p:nvSpPr>
          <p:cNvPr id="80" name="CNN input plane 3 face">
            <a:extLst xmlns:a="http://schemas.openxmlformats.org/drawingml/2006/main">
              <a:ext uri="{FF2B5EF4-FFF2-40B4-BE49-F238E27FC236}">
                <a16:creationId xmlns:a16="http://schemas.microsoft.com/office/drawing/2014/main" id="{AC22CAAF-67ED-4DA1-AC3E-BC6A04088CCB}"/>
              </a:ext>
            </a:extLst>
          </p:cNvPr>
          <p:cNvSpPr>
            <a:spLocks xmlns:a="http://schemas.openxmlformats.org/drawingml/2006/main" noGrp="1"/>
          </p:cNvSpPr>
          <p:nvPr/>
        </p:nvSpPr>
        <p:spPr>
          <a:xfrm xmlns:a="http://schemas.openxmlformats.org/drawingml/2006/main" rot="0">
            <a:off x="4429125" y="6591300"/>
            <a:ext cx="85725" cy="1257300"/>
          </a:xfrm>
          <a:prstGeom xmlns:a="http://schemas.openxmlformats.org/drawingml/2006/main" prst="rect">
            <a:avLst/>
          </a:prstGeom>
          <a:solidFill xmlns:a="http://schemas.openxmlformats.org/drawingml/2006/main">
            <a:srgbClr val="0E9A42"/>
          </a:solidFill>
          <a:ln xmlns:a="http://schemas.openxmlformats.org/drawingml/2006/main" w="21908">
            <a:solidFill>
              <a:srgbClr val="626262"/>
            </a:solidFill>
          </a:ln>
        </p:spPr>
      </p:sp>
      <p:sp>
        <p:nvSpPr>
          <p:cNvPr id="81" name="CNN input plane 4 top">
            <a:extLst xmlns:a="http://schemas.openxmlformats.org/drawingml/2006/main">
              <a:ext uri="{FF2B5EF4-FFF2-40B4-BE49-F238E27FC236}">
                <a16:creationId xmlns:a16="http://schemas.microsoft.com/office/drawing/2014/main" id="{C2BF4157-97E6-4306-AAC9-2A6AAFBB498D}"/>
              </a:ext>
            </a:extLst>
          </p:cNvPr>
          <p:cNvSpPr>
            <a:spLocks xmlns:a="http://schemas.openxmlformats.org/drawingml/2006/main" noGrp="1"/>
          </p:cNvSpPr>
          <p:nvPr/>
        </p:nvSpPr>
        <p:spPr>
          <a:xfrm xmlns:a="http://schemas.openxmlformats.org/drawingml/2006/main">
            <a:off x="4514850" y="5915025"/>
            <a:ext cx="762000" cy="676275"/>
          </a:xfrm>
          <a:custGeom xmlns:a="http://schemas.openxmlformats.org/drawingml/2006/main">
            <a:pathLst>
              <a:path w="762000" h="676275">
                <a:moveTo>
                  <a:pt x="0" y="676275"/>
                </a:moveTo>
                <a:lnTo>
                  <a:pt x="676275" y="0"/>
                </a:lnTo>
                <a:lnTo>
                  <a:pt x="762000" y="0"/>
                </a:lnTo>
                <a:lnTo>
                  <a:pt x="85725" y="676275"/>
                </a:lnTo>
                <a:close/>
              </a:path>
            </a:pathLst>
          </a:custGeom>
          <a:solidFill xmlns:a="http://schemas.openxmlformats.org/drawingml/2006/main">
            <a:srgbClr val="54AD52"/>
          </a:solidFill>
          <a:ln xmlns:a="http://schemas.openxmlformats.org/drawingml/2006/main" w="21908">
            <a:solidFill>
              <a:srgbClr val="626262"/>
            </a:solidFill>
          </a:ln>
        </p:spPr>
      </p:sp>
      <p:sp>
        <p:nvSpPr>
          <p:cNvPr id="82" name="CNN input plane 4 side">
            <a:extLst xmlns:a="http://schemas.openxmlformats.org/drawingml/2006/main">
              <a:ext uri="{FF2B5EF4-FFF2-40B4-BE49-F238E27FC236}">
                <a16:creationId xmlns:a16="http://schemas.microsoft.com/office/drawing/2014/main" id="{2F9AC147-883F-4E0B-85C9-EA3C275C01E3}"/>
              </a:ext>
            </a:extLst>
          </p:cNvPr>
          <p:cNvSpPr>
            <a:spLocks xmlns:a="http://schemas.openxmlformats.org/drawingml/2006/main" noGrp="1"/>
          </p:cNvSpPr>
          <p:nvPr/>
        </p:nvSpPr>
        <p:spPr>
          <a:xfrm xmlns:a="http://schemas.openxmlformats.org/drawingml/2006/main">
            <a:off x="4600575" y="5915025"/>
            <a:ext cx="676275" cy="1933575"/>
          </a:xfrm>
          <a:custGeom xmlns:a="http://schemas.openxmlformats.org/drawingml/2006/main">
            <a:pathLst>
              <a:path w="676275" h="1933575">
                <a:moveTo>
                  <a:pt x="0" y="676275"/>
                </a:moveTo>
                <a:lnTo>
                  <a:pt x="676275" y="0"/>
                </a:lnTo>
                <a:lnTo>
                  <a:pt x="676275" y="1257300"/>
                </a:lnTo>
                <a:lnTo>
                  <a:pt x="0" y="1933575"/>
                </a:lnTo>
                <a:close/>
              </a:path>
            </a:pathLst>
          </a:custGeom>
          <a:solidFill xmlns:a="http://schemas.openxmlformats.org/drawingml/2006/main">
            <a:srgbClr val="54AD52"/>
          </a:solidFill>
          <a:ln xmlns:a="http://schemas.openxmlformats.org/drawingml/2006/main" w="21908">
            <a:solidFill>
              <a:srgbClr val="626262"/>
            </a:solidFill>
          </a:ln>
        </p:spPr>
      </p:sp>
      <p:sp>
        <p:nvSpPr>
          <p:cNvPr id="83" name="CNN input plane 4 face">
            <a:extLst xmlns:a="http://schemas.openxmlformats.org/drawingml/2006/main">
              <a:ext uri="{FF2B5EF4-FFF2-40B4-BE49-F238E27FC236}">
                <a16:creationId xmlns:a16="http://schemas.microsoft.com/office/drawing/2014/main" id="{3B64B3E5-4508-419D-9576-7633150DF6CB}"/>
              </a:ext>
            </a:extLst>
          </p:cNvPr>
          <p:cNvSpPr>
            <a:spLocks xmlns:a="http://schemas.openxmlformats.org/drawingml/2006/main" noGrp="1"/>
          </p:cNvSpPr>
          <p:nvPr/>
        </p:nvSpPr>
        <p:spPr>
          <a:xfrm xmlns:a="http://schemas.openxmlformats.org/drawingml/2006/main" rot="0">
            <a:off x="4514850" y="6591300"/>
            <a:ext cx="85725" cy="1257300"/>
          </a:xfrm>
          <a:prstGeom xmlns:a="http://schemas.openxmlformats.org/drawingml/2006/main" prst="rect">
            <a:avLst/>
          </a:prstGeom>
          <a:solidFill xmlns:a="http://schemas.openxmlformats.org/drawingml/2006/main">
            <a:srgbClr val="54AD52"/>
          </a:solidFill>
          <a:ln xmlns:a="http://schemas.openxmlformats.org/drawingml/2006/main" w="21908">
            <a:solidFill>
              <a:srgbClr val="626262"/>
            </a:solidFill>
          </a:ln>
        </p:spPr>
      </p:sp>
      <p:sp>
        <p:nvSpPr>
          <p:cNvPr id="84" name="CNN input plane 5 top">
            <a:extLst xmlns:a="http://schemas.openxmlformats.org/drawingml/2006/main">
              <a:ext uri="{FF2B5EF4-FFF2-40B4-BE49-F238E27FC236}">
                <a16:creationId xmlns:a16="http://schemas.microsoft.com/office/drawing/2014/main" id="{51F6041D-961A-4770-9858-688CE54B9EFB}"/>
              </a:ext>
            </a:extLst>
          </p:cNvPr>
          <p:cNvSpPr>
            <a:spLocks xmlns:a="http://schemas.openxmlformats.org/drawingml/2006/main" noGrp="1"/>
          </p:cNvSpPr>
          <p:nvPr/>
        </p:nvSpPr>
        <p:spPr>
          <a:xfrm xmlns:a="http://schemas.openxmlformats.org/drawingml/2006/main">
            <a:off x="4600575" y="5915025"/>
            <a:ext cx="762000" cy="676275"/>
          </a:xfrm>
          <a:custGeom xmlns:a="http://schemas.openxmlformats.org/drawingml/2006/main">
            <a:pathLst>
              <a:path w="762000" h="676275">
                <a:moveTo>
                  <a:pt x="0" y="676275"/>
                </a:moveTo>
                <a:lnTo>
                  <a:pt x="676275" y="0"/>
                </a:lnTo>
                <a:lnTo>
                  <a:pt x="762000" y="0"/>
                </a:lnTo>
                <a:lnTo>
                  <a:pt x="85725" y="676275"/>
                </a:lnTo>
                <a:close/>
              </a:path>
            </a:pathLst>
          </a:custGeom>
          <a:solidFill xmlns:a="http://schemas.openxmlformats.org/drawingml/2006/main">
            <a:srgbClr val="E52D38"/>
          </a:solidFill>
          <a:ln xmlns:a="http://schemas.openxmlformats.org/drawingml/2006/main" w="21908">
            <a:solidFill>
              <a:srgbClr val="626262"/>
            </a:solidFill>
          </a:ln>
        </p:spPr>
      </p:sp>
      <p:sp>
        <p:nvSpPr>
          <p:cNvPr id="85" name="CNN input plane 5 side">
            <a:extLst xmlns:a="http://schemas.openxmlformats.org/drawingml/2006/main">
              <a:ext uri="{FF2B5EF4-FFF2-40B4-BE49-F238E27FC236}">
                <a16:creationId xmlns:a16="http://schemas.microsoft.com/office/drawing/2014/main" id="{B0AF5DB6-05ED-4B2F-814B-C4AA1E5535E2}"/>
              </a:ext>
            </a:extLst>
          </p:cNvPr>
          <p:cNvSpPr>
            <a:spLocks xmlns:a="http://schemas.openxmlformats.org/drawingml/2006/main" noGrp="1"/>
          </p:cNvSpPr>
          <p:nvPr/>
        </p:nvSpPr>
        <p:spPr>
          <a:xfrm xmlns:a="http://schemas.openxmlformats.org/drawingml/2006/main">
            <a:off x="4686300" y="5915025"/>
            <a:ext cx="676275" cy="1933575"/>
          </a:xfrm>
          <a:custGeom xmlns:a="http://schemas.openxmlformats.org/drawingml/2006/main">
            <a:pathLst>
              <a:path w="676275" h="1933575">
                <a:moveTo>
                  <a:pt x="0" y="676275"/>
                </a:moveTo>
                <a:lnTo>
                  <a:pt x="676275" y="0"/>
                </a:lnTo>
                <a:lnTo>
                  <a:pt x="676275" y="1257300"/>
                </a:lnTo>
                <a:lnTo>
                  <a:pt x="0" y="1933575"/>
                </a:lnTo>
                <a:close/>
              </a:path>
            </a:pathLst>
          </a:custGeom>
          <a:solidFill xmlns:a="http://schemas.openxmlformats.org/drawingml/2006/main">
            <a:srgbClr val="E52D38"/>
          </a:solidFill>
          <a:ln xmlns:a="http://schemas.openxmlformats.org/drawingml/2006/main" w="21908">
            <a:solidFill>
              <a:srgbClr val="626262"/>
            </a:solidFill>
          </a:ln>
        </p:spPr>
      </p:sp>
      <p:sp>
        <p:nvSpPr>
          <p:cNvPr id="86" name="CNN input plane 5 face">
            <a:extLst xmlns:a="http://schemas.openxmlformats.org/drawingml/2006/main">
              <a:ext uri="{FF2B5EF4-FFF2-40B4-BE49-F238E27FC236}">
                <a16:creationId xmlns:a16="http://schemas.microsoft.com/office/drawing/2014/main" id="{F8BC5520-487A-4EA4-8BEE-BEEAC650FC47}"/>
              </a:ext>
            </a:extLst>
          </p:cNvPr>
          <p:cNvSpPr>
            <a:spLocks xmlns:a="http://schemas.openxmlformats.org/drawingml/2006/main" noGrp="1"/>
          </p:cNvSpPr>
          <p:nvPr/>
        </p:nvSpPr>
        <p:spPr>
          <a:xfrm xmlns:a="http://schemas.openxmlformats.org/drawingml/2006/main" rot="0">
            <a:off x="4600575" y="6591300"/>
            <a:ext cx="85725" cy="1257300"/>
          </a:xfrm>
          <a:prstGeom xmlns:a="http://schemas.openxmlformats.org/drawingml/2006/main" prst="rect">
            <a:avLst/>
          </a:prstGeom>
          <a:solidFill xmlns:a="http://schemas.openxmlformats.org/drawingml/2006/main">
            <a:srgbClr val="E52D38"/>
          </a:solidFill>
          <a:ln xmlns:a="http://schemas.openxmlformats.org/drawingml/2006/main" w="21908">
            <a:solidFill>
              <a:srgbClr val="626262"/>
            </a:solidFill>
          </a:ln>
        </p:spPr>
      </p:sp>
      <p:sp>
        <p:nvSpPr>
          <p:cNvPr id="87" name="CNN input plane 6 top">
            <a:extLst xmlns:a="http://schemas.openxmlformats.org/drawingml/2006/main">
              <a:ext uri="{FF2B5EF4-FFF2-40B4-BE49-F238E27FC236}">
                <a16:creationId xmlns:a16="http://schemas.microsoft.com/office/drawing/2014/main" id="{974C909C-7F0B-4F7B-95AE-60A196AF5CF4}"/>
              </a:ext>
            </a:extLst>
          </p:cNvPr>
          <p:cNvSpPr>
            <a:spLocks xmlns:a="http://schemas.openxmlformats.org/drawingml/2006/main" noGrp="1"/>
          </p:cNvSpPr>
          <p:nvPr/>
        </p:nvSpPr>
        <p:spPr>
          <a:xfrm xmlns:a="http://schemas.openxmlformats.org/drawingml/2006/main">
            <a:off x="4686300" y="5915025"/>
            <a:ext cx="762000" cy="676275"/>
          </a:xfrm>
          <a:custGeom xmlns:a="http://schemas.openxmlformats.org/drawingml/2006/main">
            <a:pathLst>
              <a:path w="762000" h="676275">
                <a:moveTo>
                  <a:pt x="0" y="676275"/>
                </a:moveTo>
                <a:lnTo>
                  <a:pt x="676275" y="0"/>
                </a:lnTo>
                <a:lnTo>
                  <a:pt x="762000" y="0"/>
                </a:lnTo>
                <a:lnTo>
                  <a:pt x="85725" y="676275"/>
                </a:lnTo>
                <a:close/>
              </a:path>
            </a:pathLst>
          </a:custGeom>
          <a:solidFill xmlns:a="http://schemas.openxmlformats.org/drawingml/2006/main">
            <a:srgbClr val="ECDE3B"/>
          </a:solidFill>
          <a:ln xmlns:a="http://schemas.openxmlformats.org/drawingml/2006/main" w="21908">
            <a:solidFill>
              <a:srgbClr val="626262"/>
            </a:solidFill>
          </a:ln>
        </p:spPr>
      </p:sp>
      <p:sp>
        <p:nvSpPr>
          <p:cNvPr id="88" name="CNN input plane 6 side">
            <a:extLst xmlns:a="http://schemas.openxmlformats.org/drawingml/2006/main">
              <a:ext uri="{FF2B5EF4-FFF2-40B4-BE49-F238E27FC236}">
                <a16:creationId xmlns:a16="http://schemas.microsoft.com/office/drawing/2014/main" id="{7857223B-7050-43D8-AC21-2ABCEA824BCF}"/>
              </a:ext>
            </a:extLst>
          </p:cNvPr>
          <p:cNvSpPr>
            <a:spLocks xmlns:a="http://schemas.openxmlformats.org/drawingml/2006/main" noGrp="1"/>
          </p:cNvSpPr>
          <p:nvPr/>
        </p:nvSpPr>
        <p:spPr>
          <a:xfrm xmlns:a="http://schemas.openxmlformats.org/drawingml/2006/main">
            <a:off x="4772025" y="5915025"/>
            <a:ext cx="676275" cy="1933575"/>
          </a:xfrm>
          <a:custGeom xmlns:a="http://schemas.openxmlformats.org/drawingml/2006/main">
            <a:pathLst>
              <a:path w="676275" h="1933575">
                <a:moveTo>
                  <a:pt x="0" y="676275"/>
                </a:moveTo>
                <a:lnTo>
                  <a:pt x="676275" y="0"/>
                </a:lnTo>
                <a:lnTo>
                  <a:pt x="676275" y="1257300"/>
                </a:lnTo>
                <a:lnTo>
                  <a:pt x="0" y="1933575"/>
                </a:lnTo>
                <a:close/>
              </a:path>
            </a:pathLst>
          </a:custGeom>
          <a:solidFill xmlns:a="http://schemas.openxmlformats.org/drawingml/2006/main">
            <a:srgbClr val="ECDE3B"/>
          </a:solidFill>
          <a:ln xmlns:a="http://schemas.openxmlformats.org/drawingml/2006/main" w="21908">
            <a:solidFill>
              <a:srgbClr val="626262"/>
            </a:solidFill>
          </a:ln>
        </p:spPr>
      </p:sp>
      <p:sp>
        <p:nvSpPr>
          <p:cNvPr id="89" name="CNN input plane 6 face">
            <a:extLst xmlns:a="http://schemas.openxmlformats.org/drawingml/2006/main">
              <a:ext uri="{FF2B5EF4-FFF2-40B4-BE49-F238E27FC236}">
                <a16:creationId xmlns:a16="http://schemas.microsoft.com/office/drawing/2014/main" id="{3BE0AE28-41ED-49D6-B12D-918049CD0D97}"/>
              </a:ext>
            </a:extLst>
          </p:cNvPr>
          <p:cNvSpPr>
            <a:spLocks xmlns:a="http://schemas.openxmlformats.org/drawingml/2006/main" noGrp="1"/>
          </p:cNvSpPr>
          <p:nvPr/>
        </p:nvSpPr>
        <p:spPr>
          <a:xfrm xmlns:a="http://schemas.openxmlformats.org/drawingml/2006/main" rot="0">
            <a:off x="4686300" y="6591300"/>
            <a:ext cx="85725" cy="1257300"/>
          </a:xfrm>
          <a:prstGeom xmlns:a="http://schemas.openxmlformats.org/drawingml/2006/main" prst="rect">
            <a:avLst/>
          </a:prstGeom>
          <a:solidFill xmlns:a="http://schemas.openxmlformats.org/drawingml/2006/main">
            <a:srgbClr val="ECDE3B"/>
          </a:solidFill>
          <a:ln xmlns:a="http://schemas.openxmlformats.org/drawingml/2006/main" w="21908">
            <a:solidFill>
              <a:srgbClr val="626262"/>
            </a:solidFill>
          </a:ln>
        </p:spPr>
      </p:sp>
      <p:sp>
        <p:nvSpPr>
          <p:cNvPr id="90" name="CNN input plane 7 top">
            <a:extLst xmlns:a="http://schemas.openxmlformats.org/drawingml/2006/main">
              <a:ext uri="{FF2B5EF4-FFF2-40B4-BE49-F238E27FC236}">
                <a16:creationId xmlns:a16="http://schemas.microsoft.com/office/drawing/2014/main" id="{3D58BD48-409A-44CF-AA94-404886479221}"/>
              </a:ext>
            </a:extLst>
          </p:cNvPr>
          <p:cNvSpPr>
            <a:spLocks xmlns:a="http://schemas.openxmlformats.org/drawingml/2006/main" noGrp="1"/>
          </p:cNvSpPr>
          <p:nvPr/>
        </p:nvSpPr>
        <p:spPr>
          <a:xfrm xmlns:a="http://schemas.openxmlformats.org/drawingml/2006/main">
            <a:off x="4772025" y="5915025"/>
            <a:ext cx="762000" cy="676275"/>
          </a:xfrm>
          <a:custGeom xmlns:a="http://schemas.openxmlformats.org/drawingml/2006/main">
            <a:pathLst>
              <a:path w="762000" h="676275">
                <a:moveTo>
                  <a:pt x="0" y="676275"/>
                </a:moveTo>
                <a:lnTo>
                  <a:pt x="676275" y="0"/>
                </a:lnTo>
                <a:lnTo>
                  <a:pt x="762000" y="0"/>
                </a:lnTo>
                <a:lnTo>
                  <a:pt x="85725" y="676275"/>
                </a:lnTo>
                <a:close/>
              </a:path>
            </a:pathLst>
          </a:custGeom>
          <a:solidFill xmlns:a="http://schemas.openxmlformats.org/drawingml/2006/main">
            <a:srgbClr val="B9D77C"/>
          </a:solidFill>
          <a:ln xmlns:a="http://schemas.openxmlformats.org/drawingml/2006/main" w="21908">
            <a:solidFill>
              <a:srgbClr val="626262"/>
            </a:solidFill>
          </a:ln>
        </p:spPr>
      </p:sp>
      <p:sp>
        <p:nvSpPr>
          <p:cNvPr id="91" name="CNN input plane 7 side">
            <a:extLst xmlns:a="http://schemas.openxmlformats.org/drawingml/2006/main">
              <a:ext uri="{FF2B5EF4-FFF2-40B4-BE49-F238E27FC236}">
                <a16:creationId xmlns:a16="http://schemas.microsoft.com/office/drawing/2014/main" id="{C7FDFE58-F4F7-4FCC-A795-B9963FDFD8F9}"/>
              </a:ext>
            </a:extLst>
          </p:cNvPr>
          <p:cNvSpPr>
            <a:spLocks xmlns:a="http://schemas.openxmlformats.org/drawingml/2006/main" noGrp="1"/>
          </p:cNvSpPr>
          <p:nvPr/>
        </p:nvSpPr>
        <p:spPr>
          <a:xfrm xmlns:a="http://schemas.openxmlformats.org/drawingml/2006/main">
            <a:off x="4857750" y="5915025"/>
            <a:ext cx="676275" cy="1933575"/>
          </a:xfrm>
          <a:custGeom xmlns:a="http://schemas.openxmlformats.org/drawingml/2006/main">
            <a:pathLst>
              <a:path w="676275" h="1933575">
                <a:moveTo>
                  <a:pt x="0" y="676275"/>
                </a:moveTo>
                <a:lnTo>
                  <a:pt x="676275" y="0"/>
                </a:lnTo>
                <a:lnTo>
                  <a:pt x="676275" y="1257300"/>
                </a:lnTo>
                <a:lnTo>
                  <a:pt x="0" y="1933575"/>
                </a:lnTo>
                <a:close/>
              </a:path>
            </a:pathLst>
          </a:custGeom>
          <a:solidFill xmlns:a="http://schemas.openxmlformats.org/drawingml/2006/main">
            <a:srgbClr val="B9D77C"/>
          </a:solidFill>
          <a:ln xmlns:a="http://schemas.openxmlformats.org/drawingml/2006/main" w="21908">
            <a:solidFill>
              <a:srgbClr val="626262"/>
            </a:solidFill>
          </a:ln>
        </p:spPr>
      </p:sp>
      <p:sp>
        <p:nvSpPr>
          <p:cNvPr id="92" name="CNN input plane 7 face">
            <a:extLst xmlns:a="http://schemas.openxmlformats.org/drawingml/2006/main">
              <a:ext uri="{FF2B5EF4-FFF2-40B4-BE49-F238E27FC236}">
                <a16:creationId xmlns:a16="http://schemas.microsoft.com/office/drawing/2014/main" id="{8835A4EA-6B9B-4176-8AB3-07FFC19D92D3}"/>
              </a:ext>
            </a:extLst>
          </p:cNvPr>
          <p:cNvSpPr>
            <a:spLocks xmlns:a="http://schemas.openxmlformats.org/drawingml/2006/main" noGrp="1"/>
          </p:cNvSpPr>
          <p:nvPr/>
        </p:nvSpPr>
        <p:spPr>
          <a:xfrm xmlns:a="http://schemas.openxmlformats.org/drawingml/2006/main" rot="0">
            <a:off x="4772025" y="6591300"/>
            <a:ext cx="85725" cy="1257300"/>
          </a:xfrm>
          <a:prstGeom xmlns:a="http://schemas.openxmlformats.org/drawingml/2006/main" prst="rect">
            <a:avLst/>
          </a:prstGeom>
          <a:solidFill xmlns:a="http://schemas.openxmlformats.org/drawingml/2006/main">
            <a:srgbClr val="B9D77C"/>
          </a:solidFill>
          <a:ln xmlns:a="http://schemas.openxmlformats.org/drawingml/2006/main" w="21908">
            <a:solidFill>
              <a:srgbClr val="626262"/>
            </a:solidFill>
          </a:ln>
        </p:spPr>
      </p:sp>
      <p:sp>
        <p:nvSpPr>
          <p:cNvPr id="93" name="CNN input plane 8 top">
            <a:extLst xmlns:a="http://schemas.openxmlformats.org/drawingml/2006/main">
              <a:ext uri="{FF2B5EF4-FFF2-40B4-BE49-F238E27FC236}">
                <a16:creationId xmlns:a16="http://schemas.microsoft.com/office/drawing/2014/main" id="{4F4D1A26-A89E-4332-8A3D-D6A742DCF34B}"/>
              </a:ext>
            </a:extLst>
          </p:cNvPr>
          <p:cNvSpPr>
            <a:spLocks xmlns:a="http://schemas.openxmlformats.org/drawingml/2006/main" noGrp="1"/>
          </p:cNvSpPr>
          <p:nvPr/>
        </p:nvSpPr>
        <p:spPr>
          <a:xfrm xmlns:a="http://schemas.openxmlformats.org/drawingml/2006/main">
            <a:off x="4857750" y="5915025"/>
            <a:ext cx="762000" cy="676275"/>
          </a:xfrm>
          <a:custGeom xmlns:a="http://schemas.openxmlformats.org/drawingml/2006/main">
            <a:pathLst>
              <a:path w="762000" h="676275">
                <a:moveTo>
                  <a:pt x="0" y="676275"/>
                </a:moveTo>
                <a:lnTo>
                  <a:pt x="676275" y="0"/>
                </a:lnTo>
                <a:lnTo>
                  <a:pt x="762000" y="0"/>
                </a:lnTo>
                <a:lnTo>
                  <a:pt x="85725" y="676275"/>
                </a:lnTo>
                <a:close/>
              </a:path>
            </a:pathLst>
          </a:custGeom>
          <a:solidFill xmlns:a="http://schemas.openxmlformats.org/drawingml/2006/main">
            <a:srgbClr val="0A70BA"/>
          </a:solidFill>
          <a:ln xmlns:a="http://schemas.openxmlformats.org/drawingml/2006/main" w="21908">
            <a:solidFill>
              <a:srgbClr val="626262"/>
            </a:solidFill>
          </a:ln>
        </p:spPr>
      </p:sp>
      <p:sp>
        <p:nvSpPr>
          <p:cNvPr id="94" name="CNN input plane 8 side">
            <a:extLst xmlns:a="http://schemas.openxmlformats.org/drawingml/2006/main">
              <a:ext uri="{FF2B5EF4-FFF2-40B4-BE49-F238E27FC236}">
                <a16:creationId xmlns:a16="http://schemas.microsoft.com/office/drawing/2014/main" id="{22FDC7BB-314C-4B9E-B4C9-3326D5898DF1}"/>
              </a:ext>
            </a:extLst>
          </p:cNvPr>
          <p:cNvSpPr>
            <a:spLocks xmlns:a="http://schemas.openxmlformats.org/drawingml/2006/main" noGrp="1"/>
          </p:cNvSpPr>
          <p:nvPr/>
        </p:nvSpPr>
        <p:spPr>
          <a:xfrm xmlns:a="http://schemas.openxmlformats.org/drawingml/2006/main">
            <a:off x="4943475" y="5915025"/>
            <a:ext cx="676275" cy="1933575"/>
          </a:xfrm>
          <a:custGeom xmlns:a="http://schemas.openxmlformats.org/drawingml/2006/main">
            <a:pathLst>
              <a:path w="676275" h="1933575">
                <a:moveTo>
                  <a:pt x="0" y="676275"/>
                </a:moveTo>
                <a:lnTo>
                  <a:pt x="676275" y="0"/>
                </a:lnTo>
                <a:lnTo>
                  <a:pt x="676275" y="1257300"/>
                </a:lnTo>
                <a:lnTo>
                  <a:pt x="0" y="1933575"/>
                </a:lnTo>
                <a:close/>
              </a:path>
            </a:pathLst>
          </a:custGeom>
          <a:solidFill xmlns:a="http://schemas.openxmlformats.org/drawingml/2006/main">
            <a:srgbClr val="0A70BA"/>
          </a:solidFill>
          <a:ln xmlns:a="http://schemas.openxmlformats.org/drawingml/2006/main" w="21908">
            <a:solidFill>
              <a:srgbClr val="626262"/>
            </a:solidFill>
          </a:ln>
        </p:spPr>
      </p:sp>
      <p:sp>
        <p:nvSpPr>
          <p:cNvPr id="95" name="CNN input plane 8 face">
            <a:extLst xmlns:a="http://schemas.openxmlformats.org/drawingml/2006/main">
              <a:ext uri="{FF2B5EF4-FFF2-40B4-BE49-F238E27FC236}">
                <a16:creationId xmlns:a16="http://schemas.microsoft.com/office/drawing/2014/main" id="{1E396D3B-F79F-45F6-887D-63DEB828293E}"/>
              </a:ext>
            </a:extLst>
          </p:cNvPr>
          <p:cNvSpPr>
            <a:spLocks xmlns:a="http://schemas.openxmlformats.org/drawingml/2006/main" noGrp="1"/>
          </p:cNvSpPr>
          <p:nvPr/>
        </p:nvSpPr>
        <p:spPr>
          <a:xfrm xmlns:a="http://schemas.openxmlformats.org/drawingml/2006/main" rot="0">
            <a:off x="4857750" y="6591300"/>
            <a:ext cx="85725" cy="1257300"/>
          </a:xfrm>
          <a:prstGeom xmlns:a="http://schemas.openxmlformats.org/drawingml/2006/main" prst="rect">
            <a:avLst/>
          </a:prstGeom>
          <a:solidFill xmlns:a="http://schemas.openxmlformats.org/drawingml/2006/main">
            <a:srgbClr val="0A70BA"/>
          </a:solidFill>
          <a:ln xmlns:a="http://schemas.openxmlformats.org/drawingml/2006/main" w="21908">
            <a:solidFill>
              <a:srgbClr val="626262"/>
            </a:solidFill>
          </a:ln>
        </p:spPr>
      </p:sp>
      <p:sp>
        <p:nvSpPr>
          <p:cNvPr id="96" name="EfficientNet layer 1 top">
            <a:extLst xmlns:a="http://schemas.openxmlformats.org/drawingml/2006/main">
              <a:ext uri="{FF2B5EF4-FFF2-40B4-BE49-F238E27FC236}">
                <a16:creationId xmlns:a16="http://schemas.microsoft.com/office/drawing/2014/main" id="{EE21EC9F-1A62-4297-98B2-5DFDBCD76E95}"/>
              </a:ext>
            </a:extLst>
          </p:cNvPr>
          <p:cNvSpPr>
            <a:spLocks xmlns:a="http://schemas.openxmlformats.org/drawingml/2006/main" noGrp="1"/>
          </p:cNvSpPr>
          <p:nvPr/>
        </p:nvSpPr>
        <p:spPr>
          <a:xfrm xmlns:a="http://schemas.openxmlformats.org/drawingml/2006/main">
            <a:off x="5286375" y="5934075"/>
            <a:ext cx="1000125" cy="704850"/>
          </a:xfrm>
          <a:custGeom xmlns:a="http://schemas.openxmlformats.org/drawingml/2006/main">
            <a:pathLst>
              <a:path w="1000125" h="704850">
                <a:moveTo>
                  <a:pt x="0" y="704850"/>
                </a:moveTo>
                <a:lnTo>
                  <a:pt x="704850" y="0"/>
                </a:lnTo>
                <a:lnTo>
                  <a:pt x="1000125" y="0"/>
                </a:lnTo>
                <a:lnTo>
                  <a:pt x="295275" y="704850"/>
                </a:lnTo>
                <a:close/>
              </a:path>
            </a:pathLst>
          </a:custGeom>
          <a:solidFill xmlns:a="http://schemas.openxmlformats.org/drawingml/2006/main">
            <a:srgbClr val="C4E5F7"/>
          </a:solidFill>
          <a:ln xmlns:a="http://schemas.openxmlformats.org/drawingml/2006/main" w="21908">
            <a:solidFill>
              <a:srgbClr val="626262"/>
            </a:solidFill>
          </a:ln>
        </p:spPr>
      </p:sp>
      <p:sp>
        <p:nvSpPr>
          <p:cNvPr id="97" name="EfficientNet layer 1 side">
            <a:extLst xmlns:a="http://schemas.openxmlformats.org/drawingml/2006/main">
              <a:ext uri="{FF2B5EF4-FFF2-40B4-BE49-F238E27FC236}">
                <a16:creationId xmlns:a16="http://schemas.microsoft.com/office/drawing/2014/main" id="{7AAEAAE4-CD9B-4025-AE3F-462DB06BC973}"/>
              </a:ext>
            </a:extLst>
          </p:cNvPr>
          <p:cNvSpPr>
            <a:spLocks xmlns:a="http://schemas.openxmlformats.org/drawingml/2006/main" noGrp="1"/>
          </p:cNvSpPr>
          <p:nvPr/>
        </p:nvSpPr>
        <p:spPr>
          <a:xfrm xmlns:a="http://schemas.openxmlformats.org/drawingml/2006/main">
            <a:off x="5581650" y="5934075"/>
            <a:ext cx="704850" cy="1924050"/>
          </a:xfrm>
          <a:custGeom xmlns:a="http://schemas.openxmlformats.org/drawingml/2006/main">
            <a:pathLst>
              <a:path w="704850" h="1924050">
                <a:moveTo>
                  <a:pt x="0" y="704850"/>
                </a:moveTo>
                <a:lnTo>
                  <a:pt x="704850" y="0"/>
                </a:lnTo>
                <a:lnTo>
                  <a:pt x="704850" y="1219200"/>
                </a:lnTo>
                <a:lnTo>
                  <a:pt x="0" y="1924050"/>
                </a:lnTo>
                <a:close/>
              </a:path>
            </a:pathLst>
          </a:custGeom>
          <a:solidFill xmlns:a="http://schemas.openxmlformats.org/drawingml/2006/main">
            <a:srgbClr val="95B4C7"/>
          </a:solidFill>
          <a:ln xmlns:a="http://schemas.openxmlformats.org/drawingml/2006/main" w="21908">
            <a:solidFill>
              <a:srgbClr val="626262"/>
            </a:solidFill>
          </a:ln>
        </p:spPr>
      </p:sp>
      <p:sp>
        <p:nvSpPr>
          <p:cNvPr id="98" name="EfficientNet layer 1 face">
            <a:extLst xmlns:a="http://schemas.openxmlformats.org/drawingml/2006/main">
              <a:ext uri="{FF2B5EF4-FFF2-40B4-BE49-F238E27FC236}">
                <a16:creationId xmlns:a16="http://schemas.microsoft.com/office/drawing/2014/main" id="{66C86411-C6BC-4368-8175-A1BC7F98BE90}"/>
              </a:ext>
            </a:extLst>
          </p:cNvPr>
          <p:cNvSpPr>
            <a:spLocks xmlns:a="http://schemas.openxmlformats.org/drawingml/2006/main" noGrp="1"/>
          </p:cNvSpPr>
          <p:nvPr/>
        </p:nvSpPr>
        <p:spPr>
          <a:xfrm xmlns:a="http://schemas.openxmlformats.org/drawingml/2006/main" rot="0">
            <a:off x="5286375" y="6638925"/>
            <a:ext cx="295275" cy="1219200"/>
          </a:xfrm>
          <a:prstGeom xmlns:a="http://schemas.openxmlformats.org/drawingml/2006/main" prst="rect">
            <a:avLst/>
          </a:prstGeom>
          <a:solidFill xmlns:a="http://schemas.openxmlformats.org/drawingml/2006/main">
            <a:srgbClr val="BDE6F7"/>
          </a:solidFill>
          <a:ln xmlns:a="http://schemas.openxmlformats.org/drawingml/2006/main" w="21908">
            <a:solidFill>
              <a:srgbClr val="626262"/>
            </a:solidFill>
          </a:ln>
        </p:spPr>
      </p:sp>
      <p:sp>
        <p:nvSpPr>
          <p:cNvPr id="99" name="EfficientNet layer 2 top">
            <a:extLst xmlns:a="http://schemas.openxmlformats.org/drawingml/2006/main">
              <a:ext uri="{FF2B5EF4-FFF2-40B4-BE49-F238E27FC236}">
                <a16:creationId xmlns:a16="http://schemas.microsoft.com/office/drawing/2014/main" id="{0EE11D3E-0431-4866-A9E5-4FCB9B72B106}"/>
              </a:ext>
            </a:extLst>
          </p:cNvPr>
          <p:cNvSpPr>
            <a:spLocks xmlns:a="http://schemas.openxmlformats.org/drawingml/2006/main" noGrp="1"/>
          </p:cNvSpPr>
          <p:nvPr/>
        </p:nvSpPr>
        <p:spPr>
          <a:xfrm xmlns:a="http://schemas.openxmlformats.org/drawingml/2006/main">
            <a:off x="5753100" y="6210300"/>
            <a:ext cx="1000125" cy="533400"/>
          </a:xfrm>
          <a:custGeom xmlns:a="http://schemas.openxmlformats.org/drawingml/2006/main">
            <a:pathLst>
              <a:path w="1000125" h="533400">
                <a:moveTo>
                  <a:pt x="0" y="533400"/>
                </a:moveTo>
                <a:lnTo>
                  <a:pt x="533400" y="0"/>
                </a:lnTo>
                <a:lnTo>
                  <a:pt x="1000125" y="0"/>
                </a:lnTo>
                <a:lnTo>
                  <a:pt x="466725" y="533400"/>
                </a:lnTo>
                <a:close/>
              </a:path>
            </a:pathLst>
          </a:custGeom>
          <a:solidFill xmlns:a="http://schemas.openxmlformats.org/drawingml/2006/main">
            <a:srgbClr val="C4E5F7"/>
          </a:solidFill>
          <a:ln xmlns:a="http://schemas.openxmlformats.org/drawingml/2006/main" w="21908">
            <a:solidFill>
              <a:srgbClr val="626262"/>
            </a:solidFill>
          </a:ln>
        </p:spPr>
      </p:sp>
      <p:sp>
        <p:nvSpPr>
          <p:cNvPr id="100" name="EfficientNet layer 2 side">
            <a:extLst xmlns:a="http://schemas.openxmlformats.org/drawingml/2006/main">
              <a:ext uri="{FF2B5EF4-FFF2-40B4-BE49-F238E27FC236}">
                <a16:creationId xmlns:a16="http://schemas.microsoft.com/office/drawing/2014/main" id="{F6F063BB-8429-4A44-8E8E-1B1B263415DF}"/>
              </a:ext>
            </a:extLst>
          </p:cNvPr>
          <p:cNvSpPr>
            <a:spLocks xmlns:a="http://schemas.openxmlformats.org/drawingml/2006/main" noGrp="1"/>
          </p:cNvSpPr>
          <p:nvPr/>
        </p:nvSpPr>
        <p:spPr>
          <a:xfrm xmlns:a="http://schemas.openxmlformats.org/drawingml/2006/main">
            <a:off x="6219825" y="6210300"/>
            <a:ext cx="533400" cy="1400175"/>
          </a:xfrm>
          <a:custGeom xmlns:a="http://schemas.openxmlformats.org/drawingml/2006/main">
            <a:pathLst>
              <a:path w="533400" h="1400175">
                <a:moveTo>
                  <a:pt x="0" y="533400"/>
                </a:moveTo>
                <a:lnTo>
                  <a:pt x="533400" y="0"/>
                </a:lnTo>
                <a:lnTo>
                  <a:pt x="533400" y="866775"/>
                </a:lnTo>
                <a:lnTo>
                  <a:pt x="0" y="1400175"/>
                </a:lnTo>
                <a:close/>
              </a:path>
            </a:pathLst>
          </a:custGeom>
          <a:solidFill xmlns:a="http://schemas.openxmlformats.org/drawingml/2006/main">
            <a:srgbClr val="95B4C7"/>
          </a:solidFill>
          <a:ln xmlns:a="http://schemas.openxmlformats.org/drawingml/2006/main" w="21908">
            <a:solidFill>
              <a:srgbClr val="626262"/>
            </a:solidFill>
          </a:ln>
        </p:spPr>
      </p:sp>
      <p:sp>
        <p:nvSpPr>
          <p:cNvPr id="101" name="EfficientNet layer 2 face">
            <a:extLst xmlns:a="http://schemas.openxmlformats.org/drawingml/2006/main">
              <a:ext uri="{FF2B5EF4-FFF2-40B4-BE49-F238E27FC236}">
                <a16:creationId xmlns:a16="http://schemas.microsoft.com/office/drawing/2014/main" id="{538003E9-A39F-4F45-9D10-CAACC9C5D644}"/>
              </a:ext>
            </a:extLst>
          </p:cNvPr>
          <p:cNvSpPr>
            <a:spLocks xmlns:a="http://schemas.openxmlformats.org/drawingml/2006/main" noGrp="1"/>
          </p:cNvSpPr>
          <p:nvPr/>
        </p:nvSpPr>
        <p:spPr>
          <a:xfrm xmlns:a="http://schemas.openxmlformats.org/drawingml/2006/main" rot="0">
            <a:off x="5753100" y="6743700"/>
            <a:ext cx="466725" cy="866775"/>
          </a:xfrm>
          <a:prstGeom xmlns:a="http://schemas.openxmlformats.org/drawingml/2006/main" prst="rect">
            <a:avLst/>
          </a:prstGeom>
          <a:solidFill xmlns:a="http://schemas.openxmlformats.org/drawingml/2006/main">
            <a:srgbClr val="BDE6F7"/>
          </a:solidFill>
          <a:ln xmlns:a="http://schemas.openxmlformats.org/drawingml/2006/main" w="21908">
            <a:solidFill>
              <a:srgbClr val="626262"/>
            </a:solidFill>
          </a:ln>
        </p:spPr>
      </p:sp>
      <p:sp>
        <p:nvSpPr>
          <p:cNvPr id="102" name="EfficientNet layer 3 top">
            <a:extLst xmlns:a="http://schemas.openxmlformats.org/drawingml/2006/main">
              <a:ext uri="{FF2B5EF4-FFF2-40B4-BE49-F238E27FC236}">
                <a16:creationId xmlns:a16="http://schemas.microsoft.com/office/drawing/2014/main" id="{F17F67BC-9698-4941-B8D9-1ABAB66A1525}"/>
              </a:ext>
            </a:extLst>
          </p:cNvPr>
          <p:cNvSpPr>
            <a:spLocks xmlns:a="http://schemas.openxmlformats.org/drawingml/2006/main" noGrp="1"/>
          </p:cNvSpPr>
          <p:nvPr/>
        </p:nvSpPr>
        <p:spPr>
          <a:xfrm xmlns:a="http://schemas.openxmlformats.org/drawingml/2006/main">
            <a:off x="6496050" y="6429375"/>
            <a:ext cx="1085850" cy="342900"/>
          </a:xfrm>
          <a:custGeom xmlns:a="http://schemas.openxmlformats.org/drawingml/2006/main">
            <a:pathLst>
              <a:path w="1085850" h="342900">
                <a:moveTo>
                  <a:pt x="0" y="342900"/>
                </a:moveTo>
                <a:lnTo>
                  <a:pt x="342900" y="0"/>
                </a:lnTo>
                <a:lnTo>
                  <a:pt x="1085850" y="0"/>
                </a:lnTo>
                <a:lnTo>
                  <a:pt x="742950" y="342900"/>
                </a:lnTo>
                <a:close/>
              </a:path>
            </a:pathLst>
          </a:custGeom>
          <a:solidFill xmlns:a="http://schemas.openxmlformats.org/drawingml/2006/main">
            <a:srgbClr val="C4E5F7"/>
          </a:solidFill>
          <a:ln xmlns:a="http://schemas.openxmlformats.org/drawingml/2006/main" w="21908">
            <a:solidFill>
              <a:srgbClr val="626262"/>
            </a:solidFill>
          </a:ln>
        </p:spPr>
      </p:sp>
      <p:sp>
        <p:nvSpPr>
          <p:cNvPr id="103" name="EfficientNet layer 3 side">
            <a:extLst xmlns:a="http://schemas.openxmlformats.org/drawingml/2006/main">
              <a:ext uri="{FF2B5EF4-FFF2-40B4-BE49-F238E27FC236}">
                <a16:creationId xmlns:a16="http://schemas.microsoft.com/office/drawing/2014/main" id="{11C5F049-A542-4071-B97C-31879BD47450}"/>
              </a:ext>
            </a:extLst>
          </p:cNvPr>
          <p:cNvSpPr>
            <a:spLocks xmlns:a="http://schemas.openxmlformats.org/drawingml/2006/main" noGrp="1"/>
          </p:cNvSpPr>
          <p:nvPr/>
        </p:nvSpPr>
        <p:spPr>
          <a:xfrm xmlns:a="http://schemas.openxmlformats.org/drawingml/2006/main">
            <a:off x="7239000" y="6429375"/>
            <a:ext cx="342900" cy="809625"/>
          </a:xfrm>
          <a:custGeom xmlns:a="http://schemas.openxmlformats.org/drawingml/2006/main">
            <a:pathLst>
              <a:path w="342900" h="809625">
                <a:moveTo>
                  <a:pt x="0" y="342900"/>
                </a:moveTo>
                <a:lnTo>
                  <a:pt x="342900" y="0"/>
                </a:lnTo>
                <a:lnTo>
                  <a:pt x="342900" y="466725"/>
                </a:lnTo>
                <a:lnTo>
                  <a:pt x="0" y="809625"/>
                </a:lnTo>
                <a:close/>
              </a:path>
            </a:pathLst>
          </a:custGeom>
          <a:solidFill xmlns:a="http://schemas.openxmlformats.org/drawingml/2006/main">
            <a:srgbClr val="95B4C7"/>
          </a:solidFill>
          <a:ln xmlns:a="http://schemas.openxmlformats.org/drawingml/2006/main" w="21908">
            <a:solidFill>
              <a:srgbClr val="626262"/>
            </a:solidFill>
          </a:ln>
        </p:spPr>
      </p:sp>
      <p:sp>
        <p:nvSpPr>
          <p:cNvPr id="104" name="EfficientNet layer 3 face">
            <a:extLst xmlns:a="http://schemas.openxmlformats.org/drawingml/2006/main">
              <a:ext uri="{FF2B5EF4-FFF2-40B4-BE49-F238E27FC236}">
                <a16:creationId xmlns:a16="http://schemas.microsoft.com/office/drawing/2014/main" id="{93353888-C1FD-4330-9010-38F8FD61773E}"/>
              </a:ext>
            </a:extLst>
          </p:cNvPr>
          <p:cNvSpPr>
            <a:spLocks xmlns:a="http://schemas.openxmlformats.org/drawingml/2006/main" noGrp="1"/>
          </p:cNvSpPr>
          <p:nvPr/>
        </p:nvSpPr>
        <p:spPr>
          <a:xfrm xmlns:a="http://schemas.openxmlformats.org/drawingml/2006/main" rot="0">
            <a:off x="6496050" y="6772275"/>
            <a:ext cx="742950" cy="466725"/>
          </a:xfrm>
          <a:prstGeom xmlns:a="http://schemas.openxmlformats.org/drawingml/2006/main" prst="rect">
            <a:avLst/>
          </a:prstGeom>
          <a:solidFill xmlns:a="http://schemas.openxmlformats.org/drawingml/2006/main">
            <a:srgbClr val="BDE6F7"/>
          </a:solidFill>
          <a:ln xmlns:a="http://schemas.openxmlformats.org/drawingml/2006/main" w="21908">
            <a:solidFill>
              <a:srgbClr val="626262"/>
            </a:solidFill>
          </a:ln>
        </p:spPr>
      </p:sp>
      <p:sp>
        <p:nvSpPr>
          <p:cNvPr id="105" name="EfficientNet layer 4 top">
            <a:extLst xmlns:a="http://schemas.openxmlformats.org/drawingml/2006/main">
              <a:ext uri="{FF2B5EF4-FFF2-40B4-BE49-F238E27FC236}">
                <a16:creationId xmlns:a16="http://schemas.microsoft.com/office/drawing/2014/main" id="{801EE37B-F893-4C44-B3FB-5080F4F8940D}"/>
              </a:ext>
            </a:extLst>
          </p:cNvPr>
          <p:cNvSpPr>
            <a:spLocks xmlns:a="http://schemas.openxmlformats.org/drawingml/2006/main" noGrp="1"/>
          </p:cNvSpPr>
          <p:nvPr/>
        </p:nvSpPr>
        <p:spPr>
          <a:xfrm xmlns:a="http://schemas.openxmlformats.org/drawingml/2006/main">
            <a:off x="7334250" y="6705600"/>
            <a:ext cx="1162050" cy="133350"/>
          </a:xfrm>
          <a:custGeom xmlns:a="http://schemas.openxmlformats.org/drawingml/2006/main">
            <a:pathLst>
              <a:path w="1162050" h="133350">
                <a:moveTo>
                  <a:pt x="0" y="133350"/>
                </a:moveTo>
                <a:lnTo>
                  <a:pt x="133350" y="0"/>
                </a:lnTo>
                <a:lnTo>
                  <a:pt x="1162050" y="0"/>
                </a:lnTo>
                <a:lnTo>
                  <a:pt x="1028700" y="133350"/>
                </a:lnTo>
                <a:close/>
              </a:path>
            </a:pathLst>
          </a:custGeom>
          <a:solidFill xmlns:a="http://schemas.openxmlformats.org/drawingml/2006/main">
            <a:srgbClr val="C4E5F7"/>
          </a:solidFill>
          <a:ln xmlns:a="http://schemas.openxmlformats.org/drawingml/2006/main" w="21908">
            <a:solidFill>
              <a:srgbClr val="626262"/>
            </a:solidFill>
          </a:ln>
        </p:spPr>
      </p:sp>
      <p:sp>
        <p:nvSpPr>
          <p:cNvPr id="106" name="EfficientNet layer 4 side">
            <a:extLst xmlns:a="http://schemas.openxmlformats.org/drawingml/2006/main">
              <a:ext uri="{FF2B5EF4-FFF2-40B4-BE49-F238E27FC236}">
                <a16:creationId xmlns:a16="http://schemas.microsoft.com/office/drawing/2014/main" id="{60170C3B-09EF-421F-BC3E-189144CEF863}"/>
              </a:ext>
            </a:extLst>
          </p:cNvPr>
          <p:cNvSpPr>
            <a:spLocks xmlns:a="http://schemas.openxmlformats.org/drawingml/2006/main" noGrp="1"/>
          </p:cNvSpPr>
          <p:nvPr/>
        </p:nvSpPr>
        <p:spPr>
          <a:xfrm xmlns:a="http://schemas.openxmlformats.org/drawingml/2006/main">
            <a:off x="8362950" y="6705600"/>
            <a:ext cx="133350" cy="381000"/>
          </a:xfrm>
          <a:custGeom xmlns:a="http://schemas.openxmlformats.org/drawingml/2006/main">
            <a:pathLst>
              <a:path w="133350" h="381000">
                <a:moveTo>
                  <a:pt x="0" y="133350"/>
                </a:moveTo>
                <a:lnTo>
                  <a:pt x="133350" y="0"/>
                </a:lnTo>
                <a:lnTo>
                  <a:pt x="133350" y="247650"/>
                </a:lnTo>
                <a:lnTo>
                  <a:pt x="0" y="381000"/>
                </a:lnTo>
                <a:close/>
              </a:path>
            </a:pathLst>
          </a:custGeom>
          <a:solidFill xmlns:a="http://schemas.openxmlformats.org/drawingml/2006/main">
            <a:srgbClr val="95B4C7"/>
          </a:solidFill>
          <a:ln xmlns:a="http://schemas.openxmlformats.org/drawingml/2006/main" w="21908">
            <a:solidFill>
              <a:srgbClr val="626262"/>
            </a:solidFill>
          </a:ln>
        </p:spPr>
      </p:sp>
      <p:sp>
        <p:nvSpPr>
          <p:cNvPr id="107" name="EfficientNet layer 4 face">
            <a:extLst xmlns:a="http://schemas.openxmlformats.org/drawingml/2006/main">
              <a:ext uri="{FF2B5EF4-FFF2-40B4-BE49-F238E27FC236}">
                <a16:creationId xmlns:a16="http://schemas.microsoft.com/office/drawing/2014/main" id="{C3833BDA-E8FD-4959-9D7D-D2FD709863A0}"/>
              </a:ext>
            </a:extLst>
          </p:cNvPr>
          <p:cNvSpPr>
            <a:spLocks xmlns:a="http://schemas.openxmlformats.org/drawingml/2006/main" noGrp="1"/>
          </p:cNvSpPr>
          <p:nvPr/>
        </p:nvSpPr>
        <p:spPr>
          <a:xfrm xmlns:a="http://schemas.openxmlformats.org/drawingml/2006/main" rot="0">
            <a:off x="7334250" y="6838950"/>
            <a:ext cx="1028700" cy="247650"/>
          </a:xfrm>
          <a:prstGeom xmlns:a="http://schemas.openxmlformats.org/drawingml/2006/main" prst="rect">
            <a:avLst/>
          </a:prstGeom>
          <a:solidFill xmlns:a="http://schemas.openxmlformats.org/drawingml/2006/main">
            <a:srgbClr val="BDE6F7"/>
          </a:solidFill>
          <a:ln xmlns:a="http://schemas.openxmlformats.org/drawingml/2006/main" w="21908">
            <a:solidFill>
              <a:srgbClr val="626262"/>
            </a:solidFill>
          </a:ln>
        </p:spPr>
      </p:sp>
      <p:pic>
        <p:nvPicPr>
          <p:cNvPr id="108" name="">
            <a:extLst xmlns:a="http://schemas.openxmlformats.org/drawingml/2006/main">
              <a:ext uri="{FF2B5EF4-FFF2-40B4-BE49-F238E27FC236}">
                <a16:creationId xmlns:a16="http://schemas.microsoft.com/office/drawing/2014/main" id="{C6FC39E2-8ACE-47C0-BE45-17C4323386A6}"/>
              </a:ext>
            </a:extLst>
          </p:cNvPr>
          <p:cNvPicPr>
            <a:picLocks xmlns:a="http://schemas.openxmlformats.org/drawingml/2006/main" noChangeAspect="1"/>
          </p:cNvPicPr>
          <p:nvPr/>
        </p:nvPicPr>
        <p:blipFill>
          <a:blip xmlns:r="http://schemas.openxmlformats.org/officeDocument/2006/relationships" xmlns:a="http://schemas.openxmlformats.org/drawingml/2006/main" r:embed="R446cfef2e9d94be8"/>
          <a:stretch xmlns:a="http://schemas.openxmlformats.org/drawingml/2006/main"/>
        </p:blipFill>
        <p:spPr>
          <a:xfrm xmlns:a="http://schemas.openxmlformats.org/drawingml/2006/main">
            <a:off x="8782050" y="5524500"/>
            <a:ext cx="228600" cy="2552700"/>
          </a:xfrm>
          <a:prstGeom xmlns:a="http://schemas.openxmlformats.org/drawingml/2006/main" prst="rect">
            <a:avLst/>
          </a:prstGeom>
        </p:spPr>
      </p:pic>
      <p:sp>
        <p:nvSpPr>
          <p:cNvPr id="109" name="Channels caption">
            <a:extLst xmlns:a="http://schemas.openxmlformats.org/drawingml/2006/main">
              <a:ext uri="{FF2B5EF4-FFF2-40B4-BE49-F238E27FC236}">
                <a16:creationId xmlns:a16="http://schemas.microsoft.com/office/drawing/2014/main" id="{7B8B1975-62FC-4FA1-BBC8-5B4B04454D44}"/>
              </a:ext>
            </a:extLst>
          </p:cNvPr>
          <p:cNvSpPr>
            <a:spLocks xmlns:a="http://schemas.openxmlformats.org/drawingml/2006/main" noGrp="1"/>
          </p:cNvSpPr>
          <p:nvPr/>
        </p:nvSpPr>
        <p:spPr>
          <a:xfrm xmlns:a="http://schemas.openxmlformats.org/drawingml/2006/main" rot="0">
            <a:off x="247650" y="8124825"/>
            <a:ext cx="38290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0">
                <a:solidFill>
                  <a:srgbClr val="000000"/>
                </a:solidFill>
                <a:latin typeface="Arial"/>
                <a:ea typeface="Arial"/>
                <a:cs typeface="Arial"/>
              </a:defRPr>
            </a:defPPr>
            <a:lvl1pPr algn="ctr">
              <a:defRPr sz="1875" b="0">
                <a:solidFill>
                  <a:srgbClr val="000000"/>
                </a:solidFill>
                <a:latin typeface="Arial"/>
                <a:ea typeface="Arial"/>
                <a:cs typeface="Arial"/>
              </a:defRPr>
            </a:lvl1pPr>
            <a:lvl2pPr algn="ctr">
              <a:defRPr sz="1875" b="0">
                <a:solidFill>
                  <a:srgbClr val="000000"/>
                </a:solidFill>
                <a:latin typeface="Arial"/>
                <a:ea typeface="Arial"/>
                <a:cs typeface="Arial"/>
              </a:defRPr>
            </a:lvl2pPr>
            <a:lvl3pPr algn="ctr">
              <a:defRPr sz="1875" b="0">
                <a:solidFill>
                  <a:srgbClr val="000000"/>
                </a:solidFill>
                <a:latin typeface="Arial"/>
                <a:ea typeface="Arial"/>
                <a:cs typeface="Arial"/>
              </a:defRPr>
            </a:lvl3pPr>
            <a:lvl4pPr algn="ctr">
              <a:defRPr sz="1875" b="0">
                <a:solidFill>
                  <a:srgbClr val="000000"/>
                </a:solidFill>
                <a:latin typeface="Arial"/>
                <a:ea typeface="Arial"/>
                <a:cs typeface="Arial"/>
              </a:defRPr>
            </a:lvl4pPr>
            <a:lvl5pPr algn="ctr">
              <a:defRPr sz="1875" b="0">
                <a:solidFill>
                  <a:srgbClr val="000000"/>
                </a:solidFill>
                <a:latin typeface="Arial"/>
                <a:ea typeface="Arial"/>
                <a:cs typeface="Arial"/>
              </a:defRPr>
            </a:lvl5pPr>
            <a:lvl6pPr algn="ctr">
              <a:defRPr sz="1875" b="0">
                <a:solidFill>
                  <a:srgbClr val="000000"/>
                </a:solidFill>
                <a:latin typeface="Arial"/>
                <a:ea typeface="Arial"/>
                <a:cs typeface="Arial"/>
              </a:defRPr>
            </a:lvl6pPr>
            <a:lvl7pPr algn="ctr">
              <a:defRPr sz="1875" b="0">
                <a:solidFill>
                  <a:srgbClr val="000000"/>
                </a:solidFill>
                <a:latin typeface="Arial"/>
                <a:ea typeface="Arial"/>
                <a:cs typeface="Arial"/>
              </a:defRPr>
            </a:lvl7pPr>
            <a:lvl8pPr algn="ctr">
              <a:defRPr sz="1875" b="0">
                <a:solidFill>
                  <a:srgbClr val="000000"/>
                </a:solidFill>
                <a:latin typeface="Arial"/>
                <a:ea typeface="Arial"/>
                <a:cs typeface="Arial"/>
              </a:defRPr>
            </a:lvl8pPr>
            <a:lvl9pPr algn="ctr">
              <a:defRPr sz="1875" b="0">
                <a:solidFill>
                  <a:srgbClr val="000000"/>
                </a:solidFill>
                <a:latin typeface="Arial"/>
                <a:ea typeface="Arial"/>
                <a:cs typeface="Arial"/>
              </a:defRPr>
            </a:lvl9pPr>
          </a:lstStyle>
          <a:p xmlns:a="http://schemas.openxmlformats.org/drawingml/2006/main">
            <a:pPr algn="ctr">
              <a:defRPr sz="1875" b="0">
                <a:solidFill>
                  <a:srgbClr val="000000"/>
                </a:solidFill>
                <a:latin typeface="Arial"/>
                <a:ea typeface="Arial"/>
                <a:cs typeface="Arial"/>
              </a:defRPr>
            </a:pPr>
            <a:r>
              <a:rPr sz="1875" b="0">
                <a:solidFill>
                  <a:srgbClr val="000000"/>
                </a:solidFill>
                <a:latin typeface="Arial"/>
                <a:ea typeface="Arial"/>
                <a:cs typeface="Arial"/>
              </a:rPr>
              <a:t>Cell Painting channels</a:t>
            </a:r>
          </a:p>
        </p:txBody>
      </p:sp>
      <p:sp>
        <p:nvSpPr>
          <p:cNvPr id="110" name="EfficientNet caption">
            <a:extLst xmlns:a="http://schemas.openxmlformats.org/drawingml/2006/main">
              <a:ext uri="{FF2B5EF4-FFF2-40B4-BE49-F238E27FC236}">
                <a16:creationId xmlns:a16="http://schemas.microsoft.com/office/drawing/2014/main" id="{B1928849-B41D-475C-958C-4AD03D2CA923}"/>
              </a:ext>
            </a:extLst>
          </p:cNvPr>
          <p:cNvSpPr>
            <a:spLocks xmlns:a="http://schemas.openxmlformats.org/drawingml/2006/main" noGrp="1"/>
          </p:cNvSpPr>
          <p:nvPr/>
        </p:nvSpPr>
        <p:spPr>
          <a:xfrm xmlns:a="http://schemas.openxmlformats.org/drawingml/2006/main" rot="0">
            <a:off x="4552950" y="8124825"/>
            <a:ext cx="21812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0">
                <a:solidFill>
                  <a:srgbClr val="000000"/>
                </a:solidFill>
                <a:latin typeface="Arial"/>
                <a:ea typeface="Arial"/>
                <a:cs typeface="Arial"/>
              </a:defRPr>
            </a:defPPr>
            <a:lvl1pPr algn="ctr">
              <a:defRPr sz="1875" b="0">
                <a:solidFill>
                  <a:srgbClr val="000000"/>
                </a:solidFill>
                <a:latin typeface="Arial"/>
                <a:ea typeface="Arial"/>
                <a:cs typeface="Arial"/>
              </a:defRPr>
            </a:lvl1pPr>
            <a:lvl2pPr algn="ctr">
              <a:defRPr sz="1875" b="0">
                <a:solidFill>
                  <a:srgbClr val="000000"/>
                </a:solidFill>
                <a:latin typeface="Arial"/>
                <a:ea typeface="Arial"/>
                <a:cs typeface="Arial"/>
              </a:defRPr>
            </a:lvl2pPr>
            <a:lvl3pPr algn="ctr">
              <a:defRPr sz="1875" b="0">
                <a:solidFill>
                  <a:srgbClr val="000000"/>
                </a:solidFill>
                <a:latin typeface="Arial"/>
                <a:ea typeface="Arial"/>
                <a:cs typeface="Arial"/>
              </a:defRPr>
            </a:lvl3pPr>
            <a:lvl4pPr algn="ctr">
              <a:defRPr sz="1875" b="0">
                <a:solidFill>
                  <a:srgbClr val="000000"/>
                </a:solidFill>
                <a:latin typeface="Arial"/>
                <a:ea typeface="Arial"/>
                <a:cs typeface="Arial"/>
              </a:defRPr>
            </a:lvl4pPr>
            <a:lvl5pPr algn="ctr">
              <a:defRPr sz="1875" b="0">
                <a:solidFill>
                  <a:srgbClr val="000000"/>
                </a:solidFill>
                <a:latin typeface="Arial"/>
                <a:ea typeface="Arial"/>
                <a:cs typeface="Arial"/>
              </a:defRPr>
            </a:lvl5pPr>
            <a:lvl6pPr algn="ctr">
              <a:defRPr sz="1875" b="0">
                <a:solidFill>
                  <a:srgbClr val="000000"/>
                </a:solidFill>
                <a:latin typeface="Arial"/>
                <a:ea typeface="Arial"/>
                <a:cs typeface="Arial"/>
              </a:defRPr>
            </a:lvl6pPr>
            <a:lvl7pPr algn="ctr">
              <a:defRPr sz="1875" b="0">
                <a:solidFill>
                  <a:srgbClr val="000000"/>
                </a:solidFill>
                <a:latin typeface="Arial"/>
                <a:ea typeface="Arial"/>
                <a:cs typeface="Arial"/>
              </a:defRPr>
            </a:lvl7pPr>
            <a:lvl8pPr algn="ctr">
              <a:defRPr sz="1875" b="0">
                <a:solidFill>
                  <a:srgbClr val="000000"/>
                </a:solidFill>
                <a:latin typeface="Arial"/>
                <a:ea typeface="Arial"/>
                <a:cs typeface="Arial"/>
              </a:defRPr>
            </a:lvl8pPr>
            <a:lvl9pPr algn="ctr">
              <a:defRPr sz="1875" b="0">
                <a:solidFill>
                  <a:srgbClr val="000000"/>
                </a:solidFill>
                <a:latin typeface="Arial"/>
                <a:ea typeface="Arial"/>
                <a:cs typeface="Arial"/>
              </a:defRPr>
            </a:lvl9pPr>
          </a:lstStyle>
          <a:p xmlns:a="http://schemas.openxmlformats.org/drawingml/2006/main">
            <a:pPr algn="ctr">
              <a:defRPr sz="1875" b="0">
                <a:solidFill>
                  <a:srgbClr val="000000"/>
                </a:solidFill>
                <a:latin typeface="Arial"/>
                <a:ea typeface="Arial"/>
                <a:cs typeface="Arial"/>
              </a:defRPr>
            </a:pPr>
            <a:r>
              <a:rPr sz="1875" b="0">
                <a:solidFill>
                  <a:srgbClr val="000000"/>
                </a:solidFill>
                <a:latin typeface="Arial"/>
                <a:ea typeface="Arial"/>
                <a:cs typeface="Arial"/>
              </a:rPr>
              <a:t>EfficientNet</a:t>
            </a:r>
          </a:p>
        </p:txBody>
      </p:sp>
      <p:sp>
        <p:nvSpPr>
          <p:cNvPr id="111" name="Features caption">
            <a:extLst xmlns:a="http://schemas.openxmlformats.org/drawingml/2006/main">
              <a:ext uri="{FF2B5EF4-FFF2-40B4-BE49-F238E27FC236}">
                <a16:creationId xmlns:a16="http://schemas.microsoft.com/office/drawing/2014/main" id="{B034A2B8-D6BB-4879-8F15-C60A2E9BB41E}"/>
              </a:ext>
            </a:extLst>
          </p:cNvPr>
          <p:cNvSpPr>
            <a:spLocks xmlns:a="http://schemas.openxmlformats.org/drawingml/2006/main" noGrp="1"/>
          </p:cNvSpPr>
          <p:nvPr/>
        </p:nvSpPr>
        <p:spPr>
          <a:xfrm xmlns:a="http://schemas.openxmlformats.org/drawingml/2006/main" rot="0">
            <a:off x="7829550" y="8124825"/>
            <a:ext cx="22669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875" b="0">
                <a:solidFill>
                  <a:srgbClr val="000000"/>
                </a:solidFill>
                <a:latin typeface="Arial"/>
                <a:ea typeface="Arial"/>
                <a:cs typeface="Arial"/>
              </a:defRPr>
            </a:defPPr>
            <a:lvl1pPr algn="ctr">
              <a:defRPr sz="1875" b="0">
                <a:solidFill>
                  <a:srgbClr val="000000"/>
                </a:solidFill>
                <a:latin typeface="Arial"/>
                <a:ea typeface="Arial"/>
                <a:cs typeface="Arial"/>
              </a:defRPr>
            </a:lvl1pPr>
            <a:lvl2pPr algn="ctr">
              <a:defRPr sz="1875" b="0">
                <a:solidFill>
                  <a:srgbClr val="000000"/>
                </a:solidFill>
                <a:latin typeface="Arial"/>
                <a:ea typeface="Arial"/>
                <a:cs typeface="Arial"/>
              </a:defRPr>
            </a:lvl2pPr>
            <a:lvl3pPr algn="ctr">
              <a:defRPr sz="1875" b="0">
                <a:solidFill>
                  <a:srgbClr val="000000"/>
                </a:solidFill>
                <a:latin typeface="Arial"/>
                <a:ea typeface="Arial"/>
                <a:cs typeface="Arial"/>
              </a:defRPr>
            </a:lvl3pPr>
            <a:lvl4pPr algn="ctr">
              <a:defRPr sz="1875" b="0">
                <a:solidFill>
                  <a:srgbClr val="000000"/>
                </a:solidFill>
                <a:latin typeface="Arial"/>
                <a:ea typeface="Arial"/>
                <a:cs typeface="Arial"/>
              </a:defRPr>
            </a:lvl4pPr>
            <a:lvl5pPr algn="ctr">
              <a:defRPr sz="1875" b="0">
                <a:solidFill>
                  <a:srgbClr val="000000"/>
                </a:solidFill>
                <a:latin typeface="Arial"/>
                <a:ea typeface="Arial"/>
                <a:cs typeface="Arial"/>
              </a:defRPr>
            </a:lvl5pPr>
            <a:lvl6pPr algn="ctr">
              <a:defRPr sz="1875" b="0">
                <a:solidFill>
                  <a:srgbClr val="000000"/>
                </a:solidFill>
                <a:latin typeface="Arial"/>
                <a:ea typeface="Arial"/>
                <a:cs typeface="Arial"/>
              </a:defRPr>
            </a:lvl6pPr>
            <a:lvl7pPr algn="ctr">
              <a:defRPr sz="1875" b="0">
                <a:solidFill>
                  <a:srgbClr val="000000"/>
                </a:solidFill>
                <a:latin typeface="Arial"/>
                <a:ea typeface="Arial"/>
                <a:cs typeface="Arial"/>
              </a:defRPr>
            </a:lvl7pPr>
            <a:lvl8pPr algn="ctr">
              <a:defRPr sz="1875" b="0">
                <a:solidFill>
                  <a:srgbClr val="000000"/>
                </a:solidFill>
                <a:latin typeface="Arial"/>
                <a:ea typeface="Arial"/>
                <a:cs typeface="Arial"/>
              </a:defRPr>
            </a:lvl8pPr>
            <a:lvl9pPr algn="ctr">
              <a:defRPr sz="1875" b="0">
                <a:solidFill>
                  <a:srgbClr val="000000"/>
                </a:solidFill>
                <a:latin typeface="Arial"/>
                <a:ea typeface="Arial"/>
                <a:cs typeface="Arial"/>
              </a:defRPr>
            </a:lvl9pPr>
          </a:lstStyle>
          <a:p xmlns:a="http://schemas.openxmlformats.org/drawingml/2006/main">
            <a:pPr algn="ctr">
              <a:defRPr sz="1875" b="0">
                <a:solidFill>
                  <a:srgbClr val="000000"/>
                </a:solidFill>
                <a:latin typeface="Arial"/>
                <a:ea typeface="Arial"/>
                <a:cs typeface="Arial"/>
              </a:defRPr>
            </a:pPr>
            <a:r>
              <a:rPr sz="1875" b="0">
                <a:solidFill>
                  <a:srgbClr val="000000"/>
                </a:solidFill>
                <a:latin typeface="Arial"/>
                <a:ea typeface="Arial"/>
                <a:cs typeface="Arial"/>
              </a:rPr>
              <a:t>Single-cell features</a:t>
            </a:r>
          </a:p>
        </p:txBody>
      </p:sp>
      <p:sp>
        <p:nvSpPr>
          <p:cNvPr id="112" name="Query treatment caption">
            <a:extLst xmlns:a="http://schemas.openxmlformats.org/drawingml/2006/main">
              <a:ext uri="{FF2B5EF4-FFF2-40B4-BE49-F238E27FC236}">
                <a16:creationId xmlns:a16="http://schemas.microsoft.com/office/drawing/2014/main" id="{F5D9D9C1-17FF-4883-8ED8-D1793EDAF014}"/>
              </a:ext>
            </a:extLst>
          </p:cNvPr>
          <p:cNvSpPr>
            <a:spLocks xmlns:a="http://schemas.openxmlformats.org/drawingml/2006/main" noGrp="1"/>
          </p:cNvSpPr>
          <p:nvPr/>
        </p:nvSpPr>
        <p:spPr>
          <a:xfrm xmlns:a="http://schemas.openxmlformats.org/drawingml/2006/main" rot="0">
            <a:off x="10715625" y="5934075"/>
            <a:ext cx="20383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950" b="0">
                <a:solidFill>
                  <a:srgbClr val="000000"/>
                </a:solidFill>
                <a:latin typeface="Arial"/>
                <a:ea typeface="Arial"/>
                <a:cs typeface="Arial"/>
              </a:defRPr>
            </a:defPPr>
            <a:lvl1pPr algn="ctr">
              <a:defRPr sz="1950" b="0">
                <a:solidFill>
                  <a:srgbClr val="000000"/>
                </a:solidFill>
                <a:latin typeface="Arial"/>
                <a:ea typeface="Arial"/>
                <a:cs typeface="Arial"/>
              </a:defRPr>
            </a:lvl1pPr>
            <a:lvl2pPr algn="ctr">
              <a:defRPr sz="1950" b="0">
                <a:solidFill>
                  <a:srgbClr val="000000"/>
                </a:solidFill>
                <a:latin typeface="Arial"/>
                <a:ea typeface="Arial"/>
                <a:cs typeface="Arial"/>
              </a:defRPr>
            </a:lvl2pPr>
            <a:lvl3pPr algn="ctr">
              <a:defRPr sz="1950" b="0">
                <a:solidFill>
                  <a:srgbClr val="000000"/>
                </a:solidFill>
                <a:latin typeface="Arial"/>
                <a:ea typeface="Arial"/>
                <a:cs typeface="Arial"/>
              </a:defRPr>
            </a:lvl3pPr>
            <a:lvl4pPr algn="ctr">
              <a:defRPr sz="1950" b="0">
                <a:solidFill>
                  <a:srgbClr val="000000"/>
                </a:solidFill>
                <a:latin typeface="Arial"/>
                <a:ea typeface="Arial"/>
                <a:cs typeface="Arial"/>
              </a:defRPr>
            </a:lvl4pPr>
            <a:lvl5pPr algn="ctr">
              <a:defRPr sz="1950" b="0">
                <a:solidFill>
                  <a:srgbClr val="000000"/>
                </a:solidFill>
                <a:latin typeface="Arial"/>
                <a:ea typeface="Arial"/>
                <a:cs typeface="Arial"/>
              </a:defRPr>
            </a:lvl5pPr>
            <a:lvl6pPr algn="ctr">
              <a:defRPr sz="1950" b="0">
                <a:solidFill>
                  <a:srgbClr val="000000"/>
                </a:solidFill>
                <a:latin typeface="Arial"/>
                <a:ea typeface="Arial"/>
                <a:cs typeface="Arial"/>
              </a:defRPr>
            </a:lvl6pPr>
            <a:lvl7pPr algn="ctr">
              <a:defRPr sz="1950" b="0">
                <a:solidFill>
                  <a:srgbClr val="000000"/>
                </a:solidFill>
                <a:latin typeface="Arial"/>
                <a:ea typeface="Arial"/>
                <a:cs typeface="Arial"/>
              </a:defRPr>
            </a:lvl7pPr>
            <a:lvl8pPr algn="ctr">
              <a:defRPr sz="1950" b="0">
                <a:solidFill>
                  <a:srgbClr val="000000"/>
                </a:solidFill>
                <a:latin typeface="Arial"/>
                <a:ea typeface="Arial"/>
                <a:cs typeface="Arial"/>
              </a:defRPr>
            </a:lvl8pPr>
            <a:lvl9pPr algn="ctr">
              <a:defRPr sz="1950" b="0">
                <a:solidFill>
                  <a:srgbClr val="000000"/>
                </a:solidFill>
                <a:latin typeface="Arial"/>
                <a:ea typeface="Arial"/>
                <a:cs typeface="Arial"/>
              </a:defRPr>
            </a:lvl9pPr>
          </a:lstStyle>
          <a:p xmlns:a="http://schemas.openxmlformats.org/drawingml/2006/main">
            <a:pPr algn="ctr">
              <a:defRPr sz="1950" b="0">
                <a:solidFill>
                  <a:srgbClr val="000000"/>
                </a:solidFill>
                <a:latin typeface="Arial"/>
                <a:ea typeface="Arial"/>
                <a:cs typeface="Arial"/>
              </a:defRPr>
            </a:pPr>
            <a:r>
              <a:rPr sz="1950" b="0">
                <a:solidFill>
                  <a:srgbClr val="000000"/>
                </a:solidFill>
                <a:latin typeface="Arial"/>
                <a:ea typeface="Arial"/>
                <a:cs typeface="Arial"/>
              </a:rPr>
              <a:t>Query treatment</a:t>
            </a:r>
          </a:p>
        </p:txBody>
      </p:sp>
      <p:sp>
        <p:nvSpPr>
          <p:cNvPr id="113" name="List caption">
            <a:extLst xmlns:a="http://schemas.openxmlformats.org/drawingml/2006/main">
              <a:ext uri="{FF2B5EF4-FFF2-40B4-BE49-F238E27FC236}">
                <a16:creationId xmlns:a16="http://schemas.microsoft.com/office/drawing/2014/main" id="{93E66A02-6499-48D8-9C16-27CBC70C123E}"/>
              </a:ext>
            </a:extLst>
          </p:cNvPr>
          <p:cNvSpPr>
            <a:spLocks xmlns:a="http://schemas.openxmlformats.org/drawingml/2006/main" noGrp="1"/>
          </p:cNvSpPr>
          <p:nvPr/>
        </p:nvSpPr>
        <p:spPr>
          <a:xfrm xmlns:a="http://schemas.openxmlformats.org/drawingml/2006/main" rot="0">
            <a:off x="14478000" y="5934075"/>
            <a:ext cx="2714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950" b="0">
                <a:solidFill>
                  <a:srgbClr val="000000"/>
                </a:solidFill>
                <a:latin typeface="Arial"/>
                <a:ea typeface="Arial"/>
                <a:cs typeface="Arial"/>
              </a:defRPr>
            </a:defPPr>
            <a:lvl1pPr algn="ctr">
              <a:defRPr sz="1950" b="0">
                <a:solidFill>
                  <a:srgbClr val="000000"/>
                </a:solidFill>
                <a:latin typeface="Arial"/>
                <a:ea typeface="Arial"/>
                <a:cs typeface="Arial"/>
              </a:defRPr>
            </a:lvl1pPr>
            <a:lvl2pPr algn="ctr">
              <a:defRPr sz="1950" b="0">
                <a:solidFill>
                  <a:srgbClr val="000000"/>
                </a:solidFill>
                <a:latin typeface="Arial"/>
                <a:ea typeface="Arial"/>
                <a:cs typeface="Arial"/>
              </a:defRPr>
            </a:lvl2pPr>
            <a:lvl3pPr algn="ctr">
              <a:defRPr sz="1950" b="0">
                <a:solidFill>
                  <a:srgbClr val="000000"/>
                </a:solidFill>
                <a:latin typeface="Arial"/>
                <a:ea typeface="Arial"/>
                <a:cs typeface="Arial"/>
              </a:defRPr>
            </a:lvl3pPr>
            <a:lvl4pPr algn="ctr">
              <a:defRPr sz="1950" b="0">
                <a:solidFill>
                  <a:srgbClr val="000000"/>
                </a:solidFill>
                <a:latin typeface="Arial"/>
                <a:ea typeface="Arial"/>
                <a:cs typeface="Arial"/>
              </a:defRPr>
            </a:lvl4pPr>
            <a:lvl5pPr algn="ctr">
              <a:defRPr sz="1950" b="0">
                <a:solidFill>
                  <a:srgbClr val="000000"/>
                </a:solidFill>
                <a:latin typeface="Arial"/>
                <a:ea typeface="Arial"/>
                <a:cs typeface="Arial"/>
              </a:defRPr>
            </a:lvl5pPr>
            <a:lvl6pPr algn="ctr">
              <a:defRPr sz="1950" b="0">
                <a:solidFill>
                  <a:srgbClr val="000000"/>
                </a:solidFill>
                <a:latin typeface="Arial"/>
                <a:ea typeface="Arial"/>
                <a:cs typeface="Arial"/>
              </a:defRPr>
            </a:lvl6pPr>
            <a:lvl7pPr algn="ctr">
              <a:defRPr sz="1950" b="0">
                <a:solidFill>
                  <a:srgbClr val="000000"/>
                </a:solidFill>
                <a:latin typeface="Arial"/>
                <a:ea typeface="Arial"/>
                <a:cs typeface="Arial"/>
              </a:defRPr>
            </a:lvl7pPr>
            <a:lvl8pPr algn="ctr">
              <a:defRPr sz="1950" b="0">
                <a:solidFill>
                  <a:srgbClr val="000000"/>
                </a:solidFill>
                <a:latin typeface="Arial"/>
                <a:ea typeface="Arial"/>
                <a:cs typeface="Arial"/>
              </a:defRPr>
            </a:lvl8pPr>
            <a:lvl9pPr algn="ctr">
              <a:defRPr sz="1950" b="0">
                <a:solidFill>
                  <a:srgbClr val="000000"/>
                </a:solidFill>
                <a:latin typeface="Arial"/>
                <a:ea typeface="Arial"/>
                <a:cs typeface="Arial"/>
              </a:defRPr>
            </a:lvl9pPr>
          </a:lstStyle>
          <a:p xmlns:a="http://schemas.openxmlformats.org/drawingml/2006/main">
            <a:pPr algn="ctr">
              <a:defRPr sz="1950" b="0">
                <a:solidFill>
                  <a:srgbClr val="000000"/>
                </a:solidFill>
                <a:latin typeface="Arial"/>
                <a:ea typeface="Arial"/>
                <a:cs typeface="Arial"/>
              </a:defRPr>
            </a:pPr>
            <a:r>
              <a:rPr sz="1950" b="0">
                <a:solidFill>
                  <a:srgbClr val="000000"/>
                </a:solidFill>
                <a:latin typeface="Arial"/>
                <a:ea typeface="Arial"/>
                <a:cs typeface="Arial"/>
              </a:rPr>
              <a:t>List of top results</a:t>
            </a:r>
          </a:p>
        </p:txBody>
      </p:sp>
      <p:sp>
        <p:nvSpPr>
          <p:cNvPr id="114" name="Query treatment symbol">
            <a:extLst xmlns:a="http://schemas.openxmlformats.org/drawingml/2006/main">
              <a:ext uri="{FF2B5EF4-FFF2-40B4-BE49-F238E27FC236}">
                <a16:creationId xmlns:a16="http://schemas.microsoft.com/office/drawing/2014/main" id="{0CC9669D-305F-4902-944C-0166234229D6}"/>
              </a:ext>
            </a:extLst>
          </p:cNvPr>
          <p:cNvSpPr>
            <a:spLocks xmlns:a="http://schemas.openxmlformats.org/drawingml/2006/main" noGrp="1"/>
          </p:cNvSpPr>
          <p:nvPr/>
        </p:nvSpPr>
        <p:spPr>
          <a:xfrm xmlns:a="http://schemas.openxmlformats.org/drawingml/2006/main" rot="0">
            <a:off x="11477625" y="6591300"/>
            <a:ext cx="514350" cy="514350"/>
          </a:xfrm>
          <a:prstGeom xmlns:a="http://schemas.openxmlformats.org/drawingml/2006/main" prst="ellipse">
            <a:avLst/>
          </a:prstGeom>
          <a:solidFill xmlns:a="http://schemas.openxmlformats.org/drawingml/2006/main">
            <a:srgbClr val="999999"/>
          </a:solidFill>
          <a:ln xmlns:a="http://schemas.openxmlformats.org/drawingml/2006/main" w="21908">
            <a:solidFill>
              <a:srgbClr val="626262"/>
            </a:solidFill>
          </a:ln>
        </p:spPr>
      </p:sp>
      <p:sp>
        <p:nvSpPr>
          <p:cNvPr id="115" name="Unknown query">
            <a:extLst xmlns:a="http://schemas.openxmlformats.org/drawingml/2006/main">
              <a:ext uri="{FF2B5EF4-FFF2-40B4-BE49-F238E27FC236}">
                <a16:creationId xmlns:a16="http://schemas.microsoft.com/office/drawing/2014/main" id="{6B890C04-AE95-4E9E-8C74-55C5F87EC74F}"/>
              </a:ext>
            </a:extLst>
          </p:cNvPr>
          <p:cNvSpPr>
            <a:spLocks xmlns:a="http://schemas.openxmlformats.org/drawingml/2006/main" noGrp="1"/>
          </p:cNvSpPr>
          <p:nvPr/>
        </p:nvSpPr>
        <p:spPr>
          <a:xfrm xmlns:a="http://schemas.openxmlformats.org/drawingml/2006/main" rot="0">
            <a:off x="11534775" y="7162800"/>
            <a:ext cx="4286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3750" b="1">
                <a:solidFill>
                  <a:srgbClr val="000000"/>
                </a:solidFill>
                <a:latin typeface="Arial"/>
                <a:ea typeface="Arial"/>
                <a:cs typeface="Arial"/>
              </a:defRPr>
            </a:defPPr>
            <a:lvl1pPr algn="ctr">
              <a:defRPr sz="3750" b="1">
                <a:solidFill>
                  <a:srgbClr val="000000"/>
                </a:solidFill>
                <a:latin typeface="Arial"/>
                <a:ea typeface="Arial"/>
                <a:cs typeface="Arial"/>
              </a:defRPr>
            </a:lvl1pPr>
            <a:lvl2pPr algn="ctr">
              <a:defRPr sz="3750" b="1">
                <a:solidFill>
                  <a:srgbClr val="000000"/>
                </a:solidFill>
                <a:latin typeface="Arial"/>
                <a:ea typeface="Arial"/>
                <a:cs typeface="Arial"/>
              </a:defRPr>
            </a:lvl2pPr>
            <a:lvl3pPr algn="ctr">
              <a:defRPr sz="3750" b="1">
                <a:solidFill>
                  <a:srgbClr val="000000"/>
                </a:solidFill>
                <a:latin typeface="Arial"/>
                <a:ea typeface="Arial"/>
                <a:cs typeface="Arial"/>
              </a:defRPr>
            </a:lvl3pPr>
            <a:lvl4pPr algn="ctr">
              <a:defRPr sz="3750" b="1">
                <a:solidFill>
                  <a:srgbClr val="000000"/>
                </a:solidFill>
                <a:latin typeface="Arial"/>
                <a:ea typeface="Arial"/>
                <a:cs typeface="Arial"/>
              </a:defRPr>
            </a:lvl4pPr>
            <a:lvl5pPr algn="ctr">
              <a:defRPr sz="3750" b="1">
                <a:solidFill>
                  <a:srgbClr val="000000"/>
                </a:solidFill>
                <a:latin typeface="Arial"/>
                <a:ea typeface="Arial"/>
                <a:cs typeface="Arial"/>
              </a:defRPr>
            </a:lvl5pPr>
            <a:lvl6pPr algn="ctr">
              <a:defRPr sz="3750" b="1">
                <a:solidFill>
                  <a:srgbClr val="000000"/>
                </a:solidFill>
                <a:latin typeface="Arial"/>
                <a:ea typeface="Arial"/>
                <a:cs typeface="Arial"/>
              </a:defRPr>
            </a:lvl6pPr>
            <a:lvl7pPr algn="ctr">
              <a:defRPr sz="3750" b="1">
                <a:solidFill>
                  <a:srgbClr val="000000"/>
                </a:solidFill>
                <a:latin typeface="Arial"/>
                <a:ea typeface="Arial"/>
                <a:cs typeface="Arial"/>
              </a:defRPr>
            </a:lvl7pPr>
            <a:lvl8pPr algn="ctr">
              <a:defRPr sz="3750" b="1">
                <a:solidFill>
                  <a:srgbClr val="000000"/>
                </a:solidFill>
                <a:latin typeface="Arial"/>
                <a:ea typeface="Arial"/>
                <a:cs typeface="Arial"/>
              </a:defRPr>
            </a:lvl8pPr>
            <a:lvl9pPr algn="ctr">
              <a:defRPr sz="3750" b="1">
                <a:solidFill>
                  <a:srgbClr val="000000"/>
                </a:solidFill>
                <a:latin typeface="Arial"/>
                <a:ea typeface="Arial"/>
                <a:cs typeface="Arial"/>
              </a:defRPr>
            </a:lvl9pPr>
          </a:lstStyle>
          <a:p xmlns:a="http://schemas.openxmlformats.org/drawingml/2006/main">
            <a:pPr algn="ctr">
              <a:defRPr sz="3750" b="1">
                <a:solidFill>
                  <a:srgbClr val="000000"/>
                </a:solidFill>
                <a:latin typeface="Arial"/>
                <a:ea typeface="Arial"/>
                <a:cs typeface="Arial"/>
              </a:defRPr>
            </a:pPr>
            <a:r>
              <a:rPr sz="3750" b="1">
                <a:solidFill>
                  <a:srgbClr val="000000"/>
                </a:solidFill>
                <a:latin typeface="Arial"/>
                <a:ea typeface="Arial"/>
                <a:cs typeface="Arial"/>
              </a:rPr>
              <a:t>?</a:t>
            </a:r>
          </a:p>
        </p:txBody>
      </p:sp>
      <p:sp>
        <p:nvSpPr>
          <p:cNvPr id="116" name="Ranked list frame">
            <a:extLst xmlns:a="http://schemas.openxmlformats.org/drawingml/2006/main">
              <a:ext uri="{FF2B5EF4-FFF2-40B4-BE49-F238E27FC236}">
                <a16:creationId xmlns:a16="http://schemas.microsoft.com/office/drawing/2014/main" id="{52960260-DD7A-412D-A6EF-EE50DE1DAF32}"/>
              </a:ext>
            </a:extLst>
          </p:cNvPr>
          <p:cNvSpPr>
            <a:spLocks xmlns:a="http://schemas.openxmlformats.org/drawingml/2006/main" noGrp="1"/>
          </p:cNvSpPr>
          <p:nvPr/>
        </p:nvSpPr>
        <p:spPr>
          <a:xfrm xmlns:a="http://schemas.openxmlformats.org/drawingml/2006/main" rot="0">
            <a:off x="12620625" y="6486525"/>
            <a:ext cx="6705600" cy="695325"/>
          </a:xfrm>
          <a:prstGeom xmlns:a="http://schemas.openxmlformats.org/drawingml/2006/main" prst="rect">
            <a:avLst/>
          </a:prstGeom>
          <a:solidFill xmlns:a="http://schemas.openxmlformats.org/drawingml/2006/main">
            <a:srgbClr val="FFFFFF"/>
          </a:solidFill>
          <a:ln xmlns:a="http://schemas.openxmlformats.org/drawingml/2006/main" w="21908">
            <a:solidFill>
              <a:srgbClr val="626262"/>
            </a:solidFill>
          </a:ln>
        </p:spPr>
      </p:sp>
      <p:sp>
        <p:nvSpPr>
          <p:cNvPr id="117" name="Rank 1 circle">
            <a:extLst xmlns:a="http://schemas.openxmlformats.org/drawingml/2006/main">
              <a:ext uri="{FF2B5EF4-FFF2-40B4-BE49-F238E27FC236}">
                <a16:creationId xmlns:a16="http://schemas.microsoft.com/office/drawing/2014/main" id="{CF021F8A-0D46-4DBE-9110-294373ED41E5}"/>
              </a:ext>
            </a:extLst>
          </p:cNvPr>
          <p:cNvSpPr>
            <a:spLocks xmlns:a="http://schemas.openxmlformats.org/drawingml/2006/main" noGrp="1"/>
          </p:cNvSpPr>
          <p:nvPr/>
        </p:nvSpPr>
        <p:spPr>
          <a:xfrm xmlns:a="http://schemas.openxmlformats.org/drawingml/2006/main" rot="0">
            <a:off x="12715875" y="6600825"/>
            <a:ext cx="514350" cy="514350"/>
          </a:xfrm>
          <a:prstGeom xmlns:a="http://schemas.openxmlformats.org/drawingml/2006/main" prst="ellipse">
            <a:avLst/>
          </a:prstGeom>
          <a:solidFill xmlns:a="http://schemas.openxmlformats.org/drawingml/2006/main">
            <a:srgbClr val="DC073B"/>
          </a:solidFill>
          <a:ln xmlns:a="http://schemas.openxmlformats.org/drawingml/2006/main" w="20955">
            <a:solidFill>
              <a:srgbClr val="626262"/>
            </a:solidFill>
          </a:ln>
        </p:spPr>
      </p:sp>
      <p:cxnSp>
        <p:nvCxnSpPr>
          <p:cNvPr id="118" name="Rank 1 cross one">
            <a:extLst xmlns:a="http://schemas.openxmlformats.org/drawingml/2006/main">
              <a:ext uri="{FF2B5EF4-FFF2-40B4-BE49-F238E27FC236}">
                <a16:creationId xmlns:a16="http://schemas.microsoft.com/office/drawing/2014/main" id="{1B0B5AAE-1B29-49B9-9CE2-E5E8E8C19BE1}"/>
              </a:ext>
            </a:extLst>
          </p:cNvPr>
          <p:cNvCxnSpPr/>
          <p:nvPr/>
        </p:nvCxnSpPr>
        <p:spPr>
          <a:xfrm xmlns:a="http://schemas.openxmlformats.org/drawingml/2006/main" flipH="0" flipV="0">
            <a:off x="12858750" y="6743700"/>
            <a:ext cx="228600" cy="228600"/>
          </a:xfrm>
          <a:prstGeom xmlns:a="http://schemas.openxmlformats.org/drawingml/2006/main" prst="straightConnector1">
            <a:avLst/>
          </a:prstGeom>
          <a:ln xmlns:a="http://schemas.openxmlformats.org/drawingml/2006/main" w="66675">
            <a:solidFill>
              <a:srgbClr val="FFFFFF"/>
            </a:solidFill>
            <a:tailEnd type="none" w="med" len="med"/>
          </a:ln>
        </p:spPr>
      </p:cxnSp>
      <p:cxnSp>
        <p:nvCxnSpPr>
          <p:cNvPr id="119" name="Rank 1 cross two">
            <a:extLst xmlns:a="http://schemas.openxmlformats.org/drawingml/2006/main">
              <a:ext uri="{FF2B5EF4-FFF2-40B4-BE49-F238E27FC236}">
                <a16:creationId xmlns:a16="http://schemas.microsoft.com/office/drawing/2014/main" id="{608B1F09-D0FA-4594-882F-27554330FA6E}"/>
              </a:ext>
            </a:extLst>
          </p:cNvPr>
          <p:cNvCxnSpPr/>
          <p:nvPr/>
        </p:nvCxnSpPr>
        <p:spPr>
          <a:xfrm xmlns:a="http://schemas.openxmlformats.org/drawingml/2006/main" flipH="1" flipV="0">
            <a:off x="12858750" y="6743700"/>
            <a:ext cx="228600" cy="228600"/>
          </a:xfrm>
          <a:prstGeom xmlns:a="http://schemas.openxmlformats.org/drawingml/2006/main" prst="straightConnector1">
            <a:avLst/>
          </a:prstGeom>
          <a:ln xmlns:a="http://schemas.openxmlformats.org/drawingml/2006/main" w="66675">
            <a:solidFill>
              <a:srgbClr val="FFFFFF"/>
            </a:solidFill>
            <a:tailEnd type="none" w="med" len="med"/>
          </a:ln>
        </p:spPr>
      </p:cxnSp>
      <p:sp>
        <p:nvSpPr>
          <p:cNvPr id="120" name="Rank 2 circle">
            <a:extLst xmlns:a="http://schemas.openxmlformats.org/drawingml/2006/main">
              <a:ext uri="{FF2B5EF4-FFF2-40B4-BE49-F238E27FC236}">
                <a16:creationId xmlns:a16="http://schemas.microsoft.com/office/drawing/2014/main" id="{5E3C27F8-1A0C-487B-8F6C-FE6751859F6F}"/>
              </a:ext>
            </a:extLst>
          </p:cNvPr>
          <p:cNvSpPr>
            <a:spLocks xmlns:a="http://schemas.openxmlformats.org/drawingml/2006/main" noGrp="1"/>
          </p:cNvSpPr>
          <p:nvPr/>
        </p:nvSpPr>
        <p:spPr>
          <a:xfrm xmlns:a="http://schemas.openxmlformats.org/drawingml/2006/main" rot="0">
            <a:off x="13369290" y="6600825"/>
            <a:ext cx="514350" cy="514350"/>
          </a:xfrm>
          <a:prstGeom xmlns:a="http://schemas.openxmlformats.org/drawingml/2006/main" prst="ellipse">
            <a:avLst/>
          </a:prstGeom>
          <a:solidFill xmlns:a="http://schemas.openxmlformats.org/drawingml/2006/main">
            <a:srgbClr val="2D9D2C"/>
          </a:solidFill>
          <a:ln xmlns:a="http://schemas.openxmlformats.org/drawingml/2006/main" w="20955">
            <a:solidFill>
              <a:srgbClr val="626262"/>
            </a:solidFill>
          </a:ln>
        </p:spPr>
      </p:sp>
      <p:sp>
        <p:nvSpPr>
          <p:cNvPr id="121" name="Rank 2 check">
            <a:extLst xmlns:a="http://schemas.openxmlformats.org/drawingml/2006/main">
              <a:ext uri="{FF2B5EF4-FFF2-40B4-BE49-F238E27FC236}">
                <a16:creationId xmlns:a16="http://schemas.microsoft.com/office/drawing/2014/main" id="{E39F0C57-D080-4E2C-8A1F-0BC25F8D46AF}"/>
              </a:ext>
            </a:extLst>
          </p:cNvPr>
          <p:cNvSpPr>
            <a:spLocks xmlns:a="http://schemas.openxmlformats.org/drawingml/2006/main" noGrp="1"/>
          </p:cNvSpPr>
          <p:nvPr/>
        </p:nvSpPr>
        <p:spPr>
          <a:xfrm xmlns:a="http://schemas.openxmlformats.org/drawingml/2006/main">
            <a:off x="13502640" y="6743700"/>
            <a:ext cx="266700" cy="200025"/>
          </a:xfrm>
          <a:custGeom xmlns:a="http://schemas.openxmlformats.org/drawingml/2006/main">
            <a:pathLst>
              <a:path w="266700" h="200025">
                <a:moveTo>
                  <a:pt x="0" y="104775"/>
                </a:moveTo>
                <a:lnTo>
                  <a:pt x="95250" y="200025"/>
                </a:lnTo>
                <a:lnTo>
                  <a:pt x="266700" y="0"/>
                </a:lnTo>
              </a:path>
            </a:pathLst>
          </a:custGeom>
          <a:noFill xmlns:a="http://schemas.openxmlformats.org/drawingml/2006/main"/>
          <a:ln xmlns:a="http://schemas.openxmlformats.org/drawingml/2006/main" w="76200">
            <a:solidFill>
              <a:srgbClr val="FFFFFF"/>
            </a:solidFill>
          </a:ln>
        </p:spPr>
      </p:sp>
      <p:sp>
        <p:nvSpPr>
          <p:cNvPr id="122" name="Rank 3 circle">
            <a:extLst xmlns:a="http://schemas.openxmlformats.org/drawingml/2006/main">
              <a:ext uri="{FF2B5EF4-FFF2-40B4-BE49-F238E27FC236}">
                <a16:creationId xmlns:a16="http://schemas.microsoft.com/office/drawing/2014/main" id="{87DD36E2-79AF-482A-8051-55A52B4B2D56}"/>
              </a:ext>
            </a:extLst>
          </p:cNvPr>
          <p:cNvSpPr>
            <a:spLocks xmlns:a="http://schemas.openxmlformats.org/drawingml/2006/main" noGrp="1"/>
          </p:cNvSpPr>
          <p:nvPr/>
        </p:nvSpPr>
        <p:spPr>
          <a:xfrm xmlns:a="http://schemas.openxmlformats.org/drawingml/2006/main" rot="0">
            <a:off x="14022705" y="6600825"/>
            <a:ext cx="514350" cy="514350"/>
          </a:xfrm>
          <a:prstGeom xmlns:a="http://schemas.openxmlformats.org/drawingml/2006/main" prst="ellipse">
            <a:avLst/>
          </a:prstGeom>
          <a:solidFill xmlns:a="http://schemas.openxmlformats.org/drawingml/2006/main">
            <a:srgbClr val="DC073B"/>
          </a:solidFill>
          <a:ln xmlns:a="http://schemas.openxmlformats.org/drawingml/2006/main" w="20955">
            <a:solidFill>
              <a:srgbClr val="626262"/>
            </a:solidFill>
          </a:ln>
        </p:spPr>
      </p:sp>
      <p:cxnSp>
        <p:nvCxnSpPr>
          <p:cNvPr id="123" name="Rank 3 cross one">
            <a:extLst xmlns:a="http://schemas.openxmlformats.org/drawingml/2006/main">
              <a:ext uri="{FF2B5EF4-FFF2-40B4-BE49-F238E27FC236}">
                <a16:creationId xmlns:a16="http://schemas.microsoft.com/office/drawing/2014/main" id="{12686CEA-11DD-4DBA-99C2-588AD19737B9}"/>
              </a:ext>
            </a:extLst>
          </p:cNvPr>
          <p:cNvCxnSpPr/>
          <p:nvPr/>
        </p:nvCxnSpPr>
        <p:spPr>
          <a:xfrm xmlns:a="http://schemas.openxmlformats.org/drawingml/2006/main" flipH="0" flipV="0">
            <a:off x="14165580" y="6743700"/>
            <a:ext cx="228600" cy="228600"/>
          </a:xfrm>
          <a:prstGeom xmlns:a="http://schemas.openxmlformats.org/drawingml/2006/main" prst="straightConnector1">
            <a:avLst/>
          </a:prstGeom>
          <a:ln xmlns:a="http://schemas.openxmlformats.org/drawingml/2006/main" w="66675">
            <a:solidFill>
              <a:srgbClr val="FFFFFF"/>
            </a:solidFill>
            <a:tailEnd type="none" w="med" len="med"/>
          </a:ln>
        </p:spPr>
      </p:cxnSp>
      <p:cxnSp>
        <p:nvCxnSpPr>
          <p:cNvPr id="124" name="Rank 3 cross two">
            <a:extLst xmlns:a="http://schemas.openxmlformats.org/drawingml/2006/main">
              <a:ext uri="{FF2B5EF4-FFF2-40B4-BE49-F238E27FC236}">
                <a16:creationId xmlns:a16="http://schemas.microsoft.com/office/drawing/2014/main" id="{A66F9A53-496D-4851-B487-A8035253D4F5}"/>
              </a:ext>
            </a:extLst>
          </p:cNvPr>
          <p:cNvCxnSpPr/>
          <p:nvPr/>
        </p:nvCxnSpPr>
        <p:spPr>
          <a:xfrm xmlns:a="http://schemas.openxmlformats.org/drawingml/2006/main" flipH="1" flipV="0">
            <a:off x="14165580" y="6743700"/>
            <a:ext cx="228600" cy="228600"/>
          </a:xfrm>
          <a:prstGeom xmlns:a="http://schemas.openxmlformats.org/drawingml/2006/main" prst="straightConnector1">
            <a:avLst/>
          </a:prstGeom>
          <a:ln xmlns:a="http://schemas.openxmlformats.org/drawingml/2006/main" w="66675">
            <a:solidFill>
              <a:srgbClr val="FFFFFF"/>
            </a:solidFill>
            <a:tailEnd type="none" w="med" len="med"/>
          </a:ln>
        </p:spPr>
      </p:cxnSp>
      <p:sp>
        <p:nvSpPr>
          <p:cNvPr id="125" name="Rank 4 circle">
            <a:extLst xmlns:a="http://schemas.openxmlformats.org/drawingml/2006/main">
              <a:ext uri="{FF2B5EF4-FFF2-40B4-BE49-F238E27FC236}">
                <a16:creationId xmlns:a16="http://schemas.microsoft.com/office/drawing/2014/main" id="{DF09D370-3080-4363-BAB6-B60DEE1A6CEB}"/>
              </a:ext>
            </a:extLst>
          </p:cNvPr>
          <p:cNvSpPr>
            <a:spLocks xmlns:a="http://schemas.openxmlformats.org/drawingml/2006/main" noGrp="1"/>
          </p:cNvSpPr>
          <p:nvPr/>
        </p:nvSpPr>
        <p:spPr>
          <a:xfrm xmlns:a="http://schemas.openxmlformats.org/drawingml/2006/main" rot="0">
            <a:off x="14676120" y="6600825"/>
            <a:ext cx="514350" cy="514350"/>
          </a:xfrm>
          <a:prstGeom xmlns:a="http://schemas.openxmlformats.org/drawingml/2006/main" prst="ellipse">
            <a:avLst/>
          </a:prstGeom>
          <a:solidFill xmlns:a="http://schemas.openxmlformats.org/drawingml/2006/main">
            <a:srgbClr val="2D9D2C"/>
          </a:solidFill>
          <a:ln xmlns:a="http://schemas.openxmlformats.org/drawingml/2006/main" w="20955">
            <a:solidFill>
              <a:srgbClr val="626262"/>
            </a:solidFill>
          </a:ln>
        </p:spPr>
      </p:sp>
      <p:sp>
        <p:nvSpPr>
          <p:cNvPr id="126" name="Rank 4 check">
            <a:extLst xmlns:a="http://schemas.openxmlformats.org/drawingml/2006/main">
              <a:ext uri="{FF2B5EF4-FFF2-40B4-BE49-F238E27FC236}">
                <a16:creationId xmlns:a16="http://schemas.microsoft.com/office/drawing/2014/main" id="{6E96693D-CC4B-4E50-BA83-258D7079AD9A}"/>
              </a:ext>
            </a:extLst>
          </p:cNvPr>
          <p:cNvSpPr>
            <a:spLocks xmlns:a="http://schemas.openxmlformats.org/drawingml/2006/main" noGrp="1"/>
          </p:cNvSpPr>
          <p:nvPr/>
        </p:nvSpPr>
        <p:spPr>
          <a:xfrm xmlns:a="http://schemas.openxmlformats.org/drawingml/2006/main">
            <a:off x="14809470" y="6743700"/>
            <a:ext cx="266700" cy="200025"/>
          </a:xfrm>
          <a:custGeom xmlns:a="http://schemas.openxmlformats.org/drawingml/2006/main">
            <a:pathLst>
              <a:path w="266700" h="200025">
                <a:moveTo>
                  <a:pt x="0" y="104775"/>
                </a:moveTo>
                <a:lnTo>
                  <a:pt x="95250" y="200025"/>
                </a:lnTo>
                <a:lnTo>
                  <a:pt x="266700" y="0"/>
                </a:lnTo>
              </a:path>
            </a:pathLst>
          </a:custGeom>
          <a:noFill xmlns:a="http://schemas.openxmlformats.org/drawingml/2006/main"/>
          <a:ln xmlns:a="http://schemas.openxmlformats.org/drawingml/2006/main" w="76200">
            <a:solidFill>
              <a:srgbClr val="FFFFFF"/>
            </a:solidFill>
          </a:ln>
        </p:spPr>
      </p:sp>
      <p:sp>
        <p:nvSpPr>
          <p:cNvPr id="127" name="Rank 5 circle">
            <a:extLst xmlns:a="http://schemas.openxmlformats.org/drawingml/2006/main">
              <a:ext uri="{FF2B5EF4-FFF2-40B4-BE49-F238E27FC236}">
                <a16:creationId xmlns:a16="http://schemas.microsoft.com/office/drawing/2014/main" id="{7036AAFD-5C9D-476B-AFD9-FFEE0EB9C668}"/>
              </a:ext>
            </a:extLst>
          </p:cNvPr>
          <p:cNvSpPr>
            <a:spLocks xmlns:a="http://schemas.openxmlformats.org/drawingml/2006/main" noGrp="1"/>
          </p:cNvSpPr>
          <p:nvPr/>
        </p:nvSpPr>
        <p:spPr>
          <a:xfrm xmlns:a="http://schemas.openxmlformats.org/drawingml/2006/main" rot="0">
            <a:off x="15329535" y="6600825"/>
            <a:ext cx="514350" cy="514350"/>
          </a:xfrm>
          <a:prstGeom xmlns:a="http://schemas.openxmlformats.org/drawingml/2006/main" prst="ellipse">
            <a:avLst/>
          </a:prstGeom>
          <a:solidFill xmlns:a="http://schemas.openxmlformats.org/drawingml/2006/main">
            <a:srgbClr val="2D9D2C"/>
          </a:solidFill>
          <a:ln xmlns:a="http://schemas.openxmlformats.org/drawingml/2006/main" w="20955">
            <a:solidFill>
              <a:srgbClr val="626262"/>
            </a:solidFill>
          </a:ln>
        </p:spPr>
      </p:sp>
      <p:sp>
        <p:nvSpPr>
          <p:cNvPr id="128" name="Rank 5 check">
            <a:extLst xmlns:a="http://schemas.openxmlformats.org/drawingml/2006/main">
              <a:ext uri="{FF2B5EF4-FFF2-40B4-BE49-F238E27FC236}">
                <a16:creationId xmlns:a16="http://schemas.microsoft.com/office/drawing/2014/main" id="{FE2F8CBA-583D-43C7-A264-84EF3C2475FD}"/>
              </a:ext>
            </a:extLst>
          </p:cNvPr>
          <p:cNvSpPr>
            <a:spLocks xmlns:a="http://schemas.openxmlformats.org/drawingml/2006/main" noGrp="1"/>
          </p:cNvSpPr>
          <p:nvPr/>
        </p:nvSpPr>
        <p:spPr>
          <a:xfrm xmlns:a="http://schemas.openxmlformats.org/drawingml/2006/main">
            <a:off x="15462885" y="6743700"/>
            <a:ext cx="266700" cy="200025"/>
          </a:xfrm>
          <a:custGeom xmlns:a="http://schemas.openxmlformats.org/drawingml/2006/main">
            <a:pathLst>
              <a:path w="266700" h="200025">
                <a:moveTo>
                  <a:pt x="0" y="104775"/>
                </a:moveTo>
                <a:lnTo>
                  <a:pt x="95250" y="200025"/>
                </a:lnTo>
                <a:lnTo>
                  <a:pt x="266700" y="0"/>
                </a:lnTo>
              </a:path>
            </a:pathLst>
          </a:custGeom>
          <a:noFill xmlns:a="http://schemas.openxmlformats.org/drawingml/2006/main"/>
          <a:ln xmlns:a="http://schemas.openxmlformats.org/drawingml/2006/main" w="76200">
            <a:solidFill>
              <a:srgbClr val="FFFFFF"/>
            </a:solidFill>
          </a:ln>
        </p:spPr>
      </p:sp>
      <p:sp>
        <p:nvSpPr>
          <p:cNvPr id="129" name="Rank 6 circle">
            <a:extLst xmlns:a="http://schemas.openxmlformats.org/drawingml/2006/main">
              <a:ext uri="{FF2B5EF4-FFF2-40B4-BE49-F238E27FC236}">
                <a16:creationId xmlns:a16="http://schemas.microsoft.com/office/drawing/2014/main" id="{A6D66A29-AF76-4E77-9256-E1374DD40C54}"/>
              </a:ext>
            </a:extLst>
          </p:cNvPr>
          <p:cNvSpPr>
            <a:spLocks xmlns:a="http://schemas.openxmlformats.org/drawingml/2006/main" noGrp="1"/>
          </p:cNvSpPr>
          <p:nvPr/>
        </p:nvSpPr>
        <p:spPr>
          <a:xfrm xmlns:a="http://schemas.openxmlformats.org/drawingml/2006/main" rot="0">
            <a:off x="15982950" y="6600825"/>
            <a:ext cx="514350" cy="514350"/>
          </a:xfrm>
          <a:prstGeom xmlns:a="http://schemas.openxmlformats.org/drawingml/2006/main" prst="ellipse">
            <a:avLst/>
          </a:prstGeom>
          <a:solidFill xmlns:a="http://schemas.openxmlformats.org/drawingml/2006/main">
            <a:srgbClr val="2D9D2C"/>
          </a:solidFill>
          <a:ln xmlns:a="http://schemas.openxmlformats.org/drawingml/2006/main" w="20955">
            <a:solidFill>
              <a:srgbClr val="626262"/>
            </a:solidFill>
          </a:ln>
        </p:spPr>
      </p:sp>
      <p:sp>
        <p:nvSpPr>
          <p:cNvPr id="130" name="Rank 6 check">
            <a:extLst xmlns:a="http://schemas.openxmlformats.org/drawingml/2006/main">
              <a:ext uri="{FF2B5EF4-FFF2-40B4-BE49-F238E27FC236}">
                <a16:creationId xmlns:a16="http://schemas.microsoft.com/office/drawing/2014/main" id="{4E86E44A-E290-4AE7-B2D7-17D565527110}"/>
              </a:ext>
            </a:extLst>
          </p:cNvPr>
          <p:cNvSpPr>
            <a:spLocks xmlns:a="http://schemas.openxmlformats.org/drawingml/2006/main" noGrp="1"/>
          </p:cNvSpPr>
          <p:nvPr/>
        </p:nvSpPr>
        <p:spPr>
          <a:xfrm xmlns:a="http://schemas.openxmlformats.org/drawingml/2006/main">
            <a:off x="16116300" y="6743700"/>
            <a:ext cx="266700" cy="200025"/>
          </a:xfrm>
          <a:custGeom xmlns:a="http://schemas.openxmlformats.org/drawingml/2006/main">
            <a:pathLst>
              <a:path w="266700" h="200025">
                <a:moveTo>
                  <a:pt x="0" y="104775"/>
                </a:moveTo>
                <a:lnTo>
                  <a:pt x="95250" y="200025"/>
                </a:lnTo>
                <a:lnTo>
                  <a:pt x="266700" y="0"/>
                </a:lnTo>
              </a:path>
            </a:pathLst>
          </a:custGeom>
          <a:noFill xmlns:a="http://schemas.openxmlformats.org/drawingml/2006/main"/>
          <a:ln xmlns:a="http://schemas.openxmlformats.org/drawingml/2006/main" w="76200">
            <a:solidFill>
              <a:srgbClr val="FFFFFF"/>
            </a:solidFill>
          </a:ln>
        </p:spPr>
      </p:sp>
      <p:sp>
        <p:nvSpPr>
          <p:cNvPr id="131" name="Rank 7 circle">
            <a:extLst xmlns:a="http://schemas.openxmlformats.org/drawingml/2006/main">
              <a:ext uri="{FF2B5EF4-FFF2-40B4-BE49-F238E27FC236}">
                <a16:creationId xmlns:a16="http://schemas.microsoft.com/office/drawing/2014/main" id="{FC712DAC-7A30-4589-905F-DFB23628FD8A}"/>
              </a:ext>
            </a:extLst>
          </p:cNvPr>
          <p:cNvSpPr>
            <a:spLocks xmlns:a="http://schemas.openxmlformats.org/drawingml/2006/main" noGrp="1"/>
          </p:cNvSpPr>
          <p:nvPr/>
        </p:nvSpPr>
        <p:spPr>
          <a:xfrm xmlns:a="http://schemas.openxmlformats.org/drawingml/2006/main" rot="0">
            <a:off x="16636365" y="6600825"/>
            <a:ext cx="514350" cy="514350"/>
          </a:xfrm>
          <a:prstGeom xmlns:a="http://schemas.openxmlformats.org/drawingml/2006/main" prst="ellipse">
            <a:avLst/>
          </a:prstGeom>
          <a:solidFill xmlns:a="http://schemas.openxmlformats.org/drawingml/2006/main">
            <a:srgbClr val="DC073B"/>
          </a:solidFill>
          <a:ln xmlns:a="http://schemas.openxmlformats.org/drawingml/2006/main" w="20955">
            <a:solidFill>
              <a:srgbClr val="626262"/>
            </a:solidFill>
          </a:ln>
        </p:spPr>
      </p:sp>
      <p:cxnSp>
        <p:nvCxnSpPr>
          <p:cNvPr id="132" name="Rank 7 cross one">
            <a:extLst xmlns:a="http://schemas.openxmlformats.org/drawingml/2006/main">
              <a:ext uri="{FF2B5EF4-FFF2-40B4-BE49-F238E27FC236}">
                <a16:creationId xmlns:a16="http://schemas.microsoft.com/office/drawing/2014/main" id="{84DB2162-BAD6-4B6E-9EAC-0081281DC925}"/>
              </a:ext>
            </a:extLst>
          </p:cNvPr>
          <p:cNvCxnSpPr/>
          <p:nvPr/>
        </p:nvCxnSpPr>
        <p:spPr>
          <a:xfrm xmlns:a="http://schemas.openxmlformats.org/drawingml/2006/main" flipH="0" flipV="0">
            <a:off x="16779240" y="6743700"/>
            <a:ext cx="228600" cy="228600"/>
          </a:xfrm>
          <a:prstGeom xmlns:a="http://schemas.openxmlformats.org/drawingml/2006/main" prst="straightConnector1">
            <a:avLst/>
          </a:prstGeom>
          <a:ln xmlns:a="http://schemas.openxmlformats.org/drawingml/2006/main" w="66675">
            <a:solidFill>
              <a:srgbClr val="FFFFFF"/>
            </a:solidFill>
            <a:tailEnd type="none" w="med" len="med"/>
          </a:ln>
        </p:spPr>
      </p:cxnSp>
      <p:cxnSp>
        <p:nvCxnSpPr>
          <p:cNvPr id="133" name="Rank 7 cross two">
            <a:extLst xmlns:a="http://schemas.openxmlformats.org/drawingml/2006/main">
              <a:ext uri="{FF2B5EF4-FFF2-40B4-BE49-F238E27FC236}">
                <a16:creationId xmlns:a16="http://schemas.microsoft.com/office/drawing/2014/main" id="{143A1C39-6079-4CC5-A6EB-D19E1B3E2226}"/>
              </a:ext>
            </a:extLst>
          </p:cNvPr>
          <p:cNvCxnSpPr/>
          <p:nvPr/>
        </p:nvCxnSpPr>
        <p:spPr>
          <a:xfrm xmlns:a="http://schemas.openxmlformats.org/drawingml/2006/main" flipH="1" flipV="0">
            <a:off x="16779240" y="6743700"/>
            <a:ext cx="228600" cy="228600"/>
          </a:xfrm>
          <a:prstGeom xmlns:a="http://schemas.openxmlformats.org/drawingml/2006/main" prst="straightConnector1">
            <a:avLst/>
          </a:prstGeom>
          <a:ln xmlns:a="http://schemas.openxmlformats.org/drawingml/2006/main" w="66675">
            <a:solidFill>
              <a:srgbClr val="FFFFFF"/>
            </a:solidFill>
            <a:tailEnd type="none" w="med" len="med"/>
          </a:ln>
        </p:spPr>
      </p:cxnSp>
      <p:sp>
        <p:nvSpPr>
          <p:cNvPr id="134" name="Rank 8 circle">
            <a:extLst xmlns:a="http://schemas.openxmlformats.org/drawingml/2006/main">
              <a:ext uri="{FF2B5EF4-FFF2-40B4-BE49-F238E27FC236}">
                <a16:creationId xmlns:a16="http://schemas.microsoft.com/office/drawing/2014/main" id="{EF4CE339-BCBA-44B0-BA56-1F2C809A2781}"/>
              </a:ext>
            </a:extLst>
          </p:cNvPr>
          <p:cNvSpPr>
            <a:spLocks xmlns:a="http://schemas.openxmlformats.org/drawingml/2006/main" noGrp="1"/>
          </p:cNvSpPr>
          <p:nvPr/>
        </p:nvSpPr>
        <p:spPr>
          <a:xfrm xmlns:a="http://schemas.openxmlformats.org/drawingml/2006/main" rot="0">
            <a:off x="17289780" y="6600825"/>
            <a:ext cx="514350" cy="514350"/>
          </a:xfrm>
          <a:prstGeom xmlns:a="http://schemas.openxmlformats.org/drawingml/2006/main" prst="ellipse">
            <a:avLst/>
          </a:prstGeom>
          <a:solidFill xmlns:a="http://schemas.openxmlformats.org/drawingml/2006/main">
            <a:srgbClr val="DC073B"/>
          </a:solidFill>
          <a:ln xmlns:a="http://schemas.openxmlformats.org/drawingml/2006/main" w="20955">
            <a:solidFill>
              <a:srgbClr val="626262"/>
            </a:solidFill>
          </a:ln>
        </p:spPr>
      </p:sp>
      <p:cxnSp>
        <p:nvCxnSpPr>
          <p:cNvPr id="135" name="Rank 8 cross one">
            <a:extLst xmlns:a="http://schemas.openxmlformats.org/drawingml/2006/main">
              <a:ext uri="{FF2B5EF4-FFF2-40B4-BE49-F238E27FC236}">
                <a16:creationId xmlns:a16="http://schemas.microsoft.com/office/drawing/2014/main" id="{0AACF1DA-C0AA-4311-86CD-DA1A21965707}"/>
              </a:ext>
            </a:extLst>
          </p:cNvPr>
          <p:cNvCxnSpPr/>
          <p:nvPr/>
        </p:nvCxnSpPr>
        <p:spPr>
          <a:xfrm xmlns:a="http://schemas.openxmlformats.org/drawingml/2006/main" flipH="0" flipV="0">
            <a:off x="17432655" y="6743700"/>
            <a:ext cx="228600" cy="228600"/>
          </a:xfrm>
          <a:prstGeom xmlns:a="http://schemas.openxmlformats.org/drawingml/2006/main" prst="straightConnector1">
            <a:avLst/>
          </a:prstGeom>
          <a:ln xmlns:a="http://schemas.openxmlformats.org/drawingml/2006/main" w="66675">
            <a:solidFill>
              <a:srgbClr val="FFFFFF"/>
            </a:solidFill>
            <a:tailEnd type="none" w="med" len="med"/>
          </a:ln>
        </p:spPr>
      </p:cxnSp>
      <p:cxnSp>
        <p:nvCxnSpPr>
          <p:cNvPr id="136" name="Rank 8 cross two">
            <a:extLst xmlns:a="http://schemas.openxmlformats.org/drawingml/2006/main">
              <a:ext uri="{FF2B5EF4-FFF2-40B4-BE49-F238E27FC236}">
                <a16:creationId xmlns:a16="http://schemas.microsoft.com/office/drawing/2014/main" id="{790E8CC5-21AC-4088-9414-08FF5C0A0831}"/>
              </a:ext>
            </a:extLst>
          </p:cNvPr>
          <p:cNvCxnSpPr/>
          <p:nvPr/>
        </p:nvCxnSpPr>
        <p:spPr>
          <a:xfrm xmlns:a="http://schemas.openxmlformats.org/drawingml/2006/main" flipH="1" flipV="0">
            <a:off x="17432655" y="6743700"/>
            <a:ext cx="228600" cy="228600"/>
          </a:xfrm>
          <a:prstGeom xmlns:a="http://schemas.openxmlformats.org/drawingml/2006/main" prst="straightConnector1">
            <a:avLst/>
          </a:prstGeom>
          <a:ln xmlns:a="http://schemas.openxmlformats.org/drawingml/2006/main" w="66675">
            <a:solidFill>
              <a:srgbClr val="FFFFFF"/>
            </a:solidFill>
            <a:tailEnd type="none" w="med" len="med"/>
          </a:ln>
        </p:spPr>
      </p:cxnSp>
      <p:sp>
        <p:nvSpPr>
          <p:cNvPr id="137" name="Rank 9 circle">
            <a:extLst xmlns:a="http://schemas.openxmlformats.org/drawingml/2006/main">
              <a:ext uri="{FF2B5EF4-FFF2-40B4-BE49-F238E27FC236}">
                <a16:creationId xmlns:a16="http://schemas.microsoft.com/office/drawing/2014/main" id="{5A76224B-761A-43AA-A9C9-DAEF6E0A147A}"/>
              </a:ext>
            </a:extLst>
          </p:cNvPr>
          <p:cNvSpPr>
            <a:spLocks xmlns:a="http://schemas.openxmlformats.org/drawingml/2006/main" noGrp="1"/>
          </p:cNvSpPr>
          <p:nvPr/>
        </p:nvSpPr>
        <p:spPr>
          <a:xfrm xmlns:a="http://schemas.openxmlformats.org/drawingml/2006/main" rot="0">
            <a:off x="17943195" y="6600825"/>
            <a:ext cx="514350" cy="514350"/>
          </a:xfrm>
          <a:prstGeom xmlns:a="http://schemas.openxmlformats.org/drawingml/2006/main" prst="ellipse">
            <a:avLst/>
          </a:prstGeom>
          <a:solidFill xmlns:a="http://schemas.openxmlformats.org/drawingml/2006/main">
            <a:srgbClr val="DC073B"/>
          </a:solidFill>
          <a:ln xmlns:a="http://schemas.openxmlformats.org/drawingml/2006/main" w="20955">
            <a:solidFill>
              <a:srgbClr val="626262"/>
            </a:solidFill>
          </a:ln>
        </p:spPr>
      </p:sp>
      <p:cxnSp>
        <p:nvCxnSpPr>
          <p:cNvPr id="138" name="Rank 9 cross one">
            <a:extLst xmlns:a="http://schemas.openxmlformats.org/drawingml/2006/main">
              <a:ext uri="{FF2B5EF4-FFF2-40B4-BE49-F238E27FC236}">
                <a16:creationId xmlns:a16="http://schemas.microsoft.com/office/drawing/2014/main" id="{252387BE-FF23-4849-B82D-C699E6813EE4}"/>
              </a:ext>
            </a:extLst>
          </p:cNvPr>
          <p:cNvCxnSpPr/>
          <p:nvPr/>
        </p:nvCxnSpPr>
        <p:spPr>
          <a:xfrm xmlns:a="http://schemas.openxmlformats.org/drawingml/2006/main" flipH="0" flipV="0">
            <a:off x="18086070" y="6743700"/>
            <a:ext cx="228600" cy="228600"/>
          </a:xfrm>
          <a:prstGeom xmlns:a="http://schemas.openxmlformats.org/drawingml/2006/main" prst="straightConnector1">
            <a:avLst/>
          </a:prstGeom>
          <a:ln xmlns:a="http://schemas.openxmlformats.org/drawingml/2006/main" w="66675">
            <a:solidFill>
              <a:srgbClr val="FFFFFF"/>
            </a:solidFill>
            <a:tailEnd type="none" w="med" len="med"/>
          </a:ln>
        </p:spPr>
      </p:cxnSp>
      <p:cxnSp>
        <p:nvCxnSpPr>
          <p:cNvPr id="139" name="Rank 9 cross two">
            <a:extLst xmlns:a="http://schemas.openxmlformats.org/drawingml/2006/main">
              <a:ext uri="{FF2B5EF4-FFF2-40B4-BE49-F238E27FC236}">
                <a16:creationId xmlns:a16="http://schemas.microsoft.com/office/drawing/2014/main" id="{C95548B9-B8BC-46E7-A8F2-4974609410E4}"/>
              </a:ext>
            </a:extLst>
          </p:cNvPr>
          <p:cNvCxnSpPr/>
          <p:nvPr/>
        </p:nvCxnSpPr>
        <p:spPr>
          <a:xfrm xmlns:a="http://schemas.openxmlformats.org/drawingml/2006/main" flipH="1" flipV="0">
            <a:off x="18086070" y="6743700"/>
            <a:ext cx="228600" cy="228600"/>
          </a:xfrm>
          <a:prstGeom xmlns:a="http://schemas.openxmlformats.org/drawingml/2006/main" prst="straightConnector1">
            <a:avLst/>
          </a:prstGeom>
          <a:ln xmlns:a="http://schemas.openxmlformats.org/drawingml/2006/main" w="66675">
            <a:solidFill>
              <a:srgbClr val="FFFFFF"/>
            </a:solidFill>
            <a:tailEnd type="none" w="med" len="med"/>
          </a:ln>
        </p:spPr>
      </p:cxnSp>
      <p:sp>
        <p:nvSpPr>
          <p:cNvPr id="140" name="Rank 10 circle">
            <a:extLst xmlns:a="http://schemas.openxmlformats.org/drawingml/2006/main">
              <a:ext uri="{FF2B5EF4-FFF2-40B4-BE49-F238E27FC236}">
                <a16:creationId xmlns:a16="http://schemas.microsoft.com/office/drawing/2014/main" id="{91836E18-39B8-4085-8235-AA5370ABD55B}"/>
              </a:ext>
            </a:extLst>
          </p:cNvPr>
          <p:cNvSpPr>
            <a:spLocks xmlns:a="http://schemas.openxmlformats.org/drawingml/2006/main" noGrp="1"/>
          </p:cNvSpPr>
          <p:nvPr/>
        </p:nvSpPr>
        <p:spPr>
          <a:xfrm xmlns:a="http://schemas.openxmlformats.org/drawingml/2006/main" rot="0">
            <a:off x="18596610" y="6600825"/>
            <a:ext cx="514350" cy="514350"/>
          </a:xfrm>
          <a:prstGeom xmlns:a="http://schemas.openxmlformats.org/drawingml/2006/main" prst="ellipse">
            <a:avLst/>
          </a:prstGeom>
          <a:solidFill xmlns:a="http://schemas.openxmlformats.org/drawingml/2006/main">
            <a:srgbClr val="DC073B"/>
          </a:solidFill>
          <a:ln xmlns:a="http://schemas.openxmlformats.org/drawingml/2006/main" w="20955">
            <a:solidFill>
              <a:srgbClr val="626262"/>
            </a:solidFill>
          </a:ln>
        </p:spPr>
      </p:sp>
      <p:cxnSp>
        <p:nvCxnSpPr>
          <p:cNvPr id="141" name="Rank 10 cross one">
            <a:extLst xmlns:a="http://schemas.openxmlformats.org/drawingml/2006/main">
              <a:ext uri="{FF2B5EF4-FFF2-40B4-BE49-F238E27FC236}">
                <a16:creationId xmlns:a16="http://schemas.microsoft.com/office/drawing/2014/main" id="{6A2625C7-D434-4C3A-AB64-10250254B775}"/>
              </a:ext>
            </a:extLst>
          </p:cNvPr>
          <p:cNvCxnSpPr/>
          <p:nvPr/>
        </p:nvCxnSpPr>
        <p:spPr>
          <a:xfrm xmlns:a="http://schemas.openxmlformats.org/drawingml/2006/main" flipH="0" flipV="0">
            <a:off x="18739485" y="6743700"/>
            <a:ext cx="228600" cy="228600"/>
          </a:xfrm>
          <a:prstGeom xmlns:a="http://schemas.openxmlformats.org/drawingml/2006/main" prst="straightConnector1">
            <a:avLst/>
          </a:prstGeom>
          <a:ln xmlns:a="http://schemas.openxmlformats.org/drawingml/2006/main" w="66675">
            <a:solidFill>
              <a:srgbClr val="FFFFFF"/>
            </a:solidFill>
            <a:tailEnd type="none" w="med" len="med"/>
          </a:ln>
        </p:spPr>
      </p:cxnSp>
      <p:cxnSp>
        <p:nvCxnSpPr>
          <p:cNvPr id="142" name="Rank 10 cross two">
            <a:extLst xmlns:a="http://schemas.openxmlformats.org/drawingml/2006/main">
              <a:ext uri="{FF2B5EF4-FFF2-40B4-BE49-F238E27FC236}">
                <a16:creationId xmlns:a16="http://schemas.microsoft.com/office/drawing/2014/main" id="{F24D3069-C7D4-4E81-A0EB-E5D599EFB2F9}"/>
              </a:ext>
            </a:extLst>
          </p:cNvPr>
          <p:cNvCxnSpPr/>
          <p:nvPr/>
        </p:nvCxnSpPr>
        <p:spPr>
          <a:xfrm xmlns:a="http://schemas.openxmlformats.org/drawingml/2006/main" flipH="1" flipV="0">
            <a:off x="18739485" y="6743700"/>
            <a:ext cx="228600" cy="228600"/>
          </a:xfrm>
          <a:prstGeom xmlns:a="http://schemas.openxmlformats.org/drawingml/2006/main" prst="straightConnector1">
            <a:avLst/>
          </a:prstGeom>
          <a:ln xmlns:a="http://schemas.openxmlformats.org/drawingml/2006/main" w="66675">
            <a:solidFill>
              <a:srgbClr val="FFFFFF"/>
            </a:solidFill>
            <a:tailEnd type="none" w="med" len="med"/>
          </a:ln>
        </p:spPr>
      </p:cxnSp>
      <p:sp>
        <p:nvSpPr>
          <p:cNvPr id="143" name="Enrichment metric box">
            <a:extLst xmlns:a="http://schemas.openxmlformats.org/drawingml/2006/main">
              <a:ext uri="{FF2B5EF4-FFF2-40B4-BE49-F238E27FC236}">
                <a16:creationId xmlns:a16="http://schemas.microsoft.com/office/drawing/2014/main" id="{55A7BCBB-4C08-4F6F-8A54-752B208233FE}"/>
              </a:ext>
            </a:extLst>
          </p:cNvPr>
          <p:cNvSpPr>
            <a:spLocks xmlns:a="http://schemas.openxmlformats.org/drawingml/2006/main" noGrp="1"/>
          </p:cNvSpPr>
          <p:nvPr/>
        </p:nvSpPr>
        <p:spPr>
          <a:xfrm xmlns:a="http://schemas.openxmlformats.org/drawingml/2006/main" rot="0">
            <a:off x="12620625" y="7562850"/>
            <a:ext cx="3105150" cy="533400"/>
          </a:xfrm>
          <a:prstGeom xmlns:a="http://schemas.openxmlformats.org/drawingml/2006/main" prst="roundRect">
            <a:avLst>
              <a:gd name="adj" fmla="val 17857"/>
            </a:avLst>
          </a:prstGeom>
          <a:solidFill xmlns:a="http://schemas.openxmlformats.org/drawingml/2006/main">
            <a:srgbClr val="EEEEEE"/>
          </a:solidFill>
          <a:ln xmlns:a="http://schemas.openxmlformats.org/drawingml/2006/main" w="21908">
            <a:solidFill>
              <a:srgbClr val="626262"/>
            </a:solidFill>
          </a:ln>
        </p:spPr>
      </p:sp>
      <p:sp>
        <p:nvSpPr>
          <p:cNvPr id="144" name="Enrichment metric label">
            <a:extLst xmlns:a="http://schemas.openxmlformats.org/drawingml/2006/main">
              <a:ext uri="{FF2B5EF4-FFF2-40B4-BE49-F238E27FC236}">
                <a16:creationId xmlns:a16="http://schemas.microsoft.com/office/drawing/2014/main" id="{AD0E0448-2AFB-46DE-8B55-B414EC3C9A7B}"/>
              </a:ext>
            </a:extLst>
          </p:cNvPr>
          <p:cNvSpPr>
            <a:spLocks xmlns:a="http://schemas.openxmlformats.org/drawingml/2006/main" noGrp="1"/>
          </p:cNvSpPr>
          <p:nvPr/>
        </p:nvSpPr>
        <p:spPr>
          <a:xfrm xmlns:a="http://schemas.openxmlformats.org/drawingml/2006/main" rot="0">
            <a:off x="12687300" y="7639050"/>
            <a:ext cx="2971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950" b="0">
                <a:solidFill>
                  <a:srgbClr val="000000"/>
                </a:solidFill>
                <a:latin typeface="Arial"/>
                <a:ea typeface="Arial"/>
                <a:cs typeface="Arial"/>
              </a:defRPr>
            </a:defPPr>
            <a:lvl1pPr algn="ctr">
              <a:defRPr sz="1950" b="0">
                <a:solidFill>
                  <a:srgbClr val="000000"/>
                </a:solidFill>
                <a:latin typeface="Arial"/>
                <a:ea typeface="Arial"/>
                <a:cs typeface="Arial"/>
              </a:defRPr>
            </a:lvl1pPr>
            <a:lvl2pPr algn="ctr">
              <a:defRPr sz="1950" b="0">
                <a:solidFill>
                  <a:srgbClr val="000000"/>
                </a:solidFill>
                <a:latin typeface="Arial"/>
                <a:ea typeface="Arial"/>
                <a:cs typeface="Arial"/>
              </a:defRPr>
            </a:lvl2pPr>
            <a:lvl3pPr algn="ctr">
              <a:defRPr sz="1950" b="0">
                <a:solidFill>
                  <a:srgbClr val="000000"/>
                </a:solidFill>
                <a:latin typeface="Arial"/>
                <a:ea typeface="Arial"/>
                <a:cs typeface="Arial"/>
              </a:defRPr>
            </a:lvl3pPr>
            <a:lvl4pPr algn="ctr">
              <a:defRPr sz="1950" b="0">
                <a:solidFill>
                  <a:srgbClr val="000000"/>
                </a:solidFill>
                <a:latin typeface="Arial"/>
                <a:ea typeface="Arial"/>
                <a:cs typeface="Arial"/>
              </a:defRPr>
            </a:lvl4pPr>
            <a:lvl5pPr algn="ctr">
              <a:defRPr sz="1950" b="0">
                <a:solidFill>
                  <a:srgbClr val="000000"/>
                </a:solidFill>
                <a:latin typeface="Arial"/>
                <a:ea typeface="Arial"/>
                <a:cs typeface="Arial"/>
              </a:defRPr>
            </a:lvl5pPr>
            <a:lvl6pPr algn="ctr">
              <a:defRPr sz="1950" b="0">
                <a:solidFill>
                  <a:srgbClr val="000000"/>
                </a:solidFill>
                <a:latin typeface="Arial"/>
                <a:ea typeface="Arial"/>
                <a:cs typeface="Arial"/>
              </a:defRPr>
            </a:lvl6pPr>
            <a:lvl7pPr algn="ctr">
              <a:defRPr sz="1950" b="0">
                <a:solidFill>
                  <a:srgbClr val="000000"/>
                </a:solidFill>
                <a:latin typeface="Arial"/>
                <a:ea typeface="Arial"/>
                <a:cs typeface="Arial"/>
              </a:defRPr>
            </a:lvl7pPr>
            <a:lvl8pPr algn="ctr">
              <a:defRPr sz="1950" b="0">
                <a:solidFill>
                  <a:srgbClr val="000000"/>
                </a:solidFill>
                <a:latin typeface="Arial"/>
                <a:ea typeface="Arial"/>
                <a:cs typeface="Arial"/>
              </a:defRPr>
            </a:lvl8pPr>
            <a:lvl9pPr algn="ctr">
              <a:defRPr sz="1950" b="0">
                <a:solidFill>
                  <a:srgbClr val="000000"/>
                </a:solidFill>
                <a:latin typeface="Arial"/>
                <a:ea typeface="Arial"/>
                <a:cs typeface="Arial"/>
              </a:defRPr>
            </a:lvl9pPr>
          </a:lstStyle>
          <a:p xmlns:a="http://schemas.openxmlformats.org/drawingml/2006/main">
            <a:pPr algn="ctr">
              <a:defRPr sz="1950" b="0">
                <a:solidFill>
                  <a:srgbClr val="000000"/>
                </a:solidFill>
                <a:latin typeface="Arial"/>
                <a:ea typeface="Arial"/>
                <a:cs typeface="Arial"/>
              </a:defRPr>
            </a:pPr>
            <a:r>
              <a:rPr sz="1950" b="0">
                <a:solidFill>
                  <a:srgbClr val="000000"/>
                </a:solidFill>
                <a:latin typeface="Arial"/>
                <a:ea typeface="Arial"/>
                <a:cs typeface="Arial"/>
              </a:rPr>
              <a:t>Folds of enrichment</a:t>
            </a:r>
          </a:p>
        </p:txBody>
      </p:sp>
      <p:sp>
        <p:nvSpPr>
          <p:cNvPr id="145" name="Precision metric box">
            <a:extLst xmlns:a="http://schemas.openxmlformats.org/drawingml/2006/main">
              <a:ext uri="{FF2B5EF4-FFF2-40B4-BE49-F238E27FC236}">
                <a16:creationId xmlns:a16="http://schemas.microsoft.com/office/drawing/2014/main" id="{BE5280B4-9465-406D-B09E-BF28830D59AD}"/>
              </a:ext>
            </a:extLst>
          </p:cNvPr>
          <p:cNvSpPr>
            <a:spLocks xmlns:a="http://schemas.openxmlformats.org/drawingml/2006/main" noGrp="1"/>
          </p:cNvSpPr>
          <p:nvPr/>
        </p:nvSpPr>
        <p:spPr>
          <a:xfrm xmlns:a="http://schemas.openxmlformats.org/drawingml/2006/main" rot="0">
            <a:off x="15849600" y="7562850"/>
            <a:ext cx="3476625" cy="533400"/>
          </a:xfrm>
          <a:prstGeom xmlns:a="http://schemas.openxmlformats.org/drawingml/2006/main" prst="roundRect">
            <a:avLst>
              <a:gd name="adj" fmla="val 17857"/>
            </a:avLst>
          </a:prstGeom>
          <a:solidFill xmlns:a="http://schemas.openxmlformats.org/drawingml/2006/main">
            <a:srgbClr val="EEEEEE"/>
          </a:solidFill>
          <a:ln xmlns:a="http://schemas.openxmlformats.org/drawingml/2006/main" w="21908">
            <a:solidFill>
              <a:srgbClr val="626262"/>
            </a:solidFill>
          </a:ln>
        </p:spPr>
      </p:sp>
      <p:sp>
        <p:nvSpPr>
          <p:cNvPr id="146" name="Precision metric label">
            <a:extLst xmlns:a="http://schemas.openxmlformats.org/drawingml/2006/main">
              <a:ext uri="{FF2B5EF4-FFF2-40B4-BE49-F238E27FC236}">
                <a16:creationId xmlns:a16="http://schemas.microsoft.com/office/drawing/2014/main" id="{E1DEF708-9CEE-43F1-B7A7-4D1B5BAE2A40}"/>
              </a:ext>
            </a:extLst>
          </p:cNvPr>
          <p:cNvSpPr>
            <a:spLocks xmlns:a="http://schemas.openxmlformats.org/drawingml/2006/main" noGrp="1"/>
          </p:cNvSpPr>
          <p:nvPr/>
        </p:nvSpPr>
        <p:spPr>
          <a:xfrm xmlns:a="http://schemas.openxmlformats.org/drawingml/2006/main" rot="0">
            <a:off x="15916275" y="7639050"/>
            <a:ext cx="33432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ctr">
              <a:defRPr sz="1950" b="0">
                <a:solidFill>
                  <a:srgbClr val="000000"/>
                </a:solidFill>
                <a:latin typeface="Arial"/>
                <a:ea typeface="Arial"/>
                <a:cs typeface="Arial"/>
              </a:defRPr>
            </a:defPPr>
            <a:lvl1pPr algn="ctr">
              <a:defRPr sz="1950" b="0">
                <a:solidFill>
                  <a:srgbClr val="000000"/>
                </a:solidFill>
                <a:latin typeface="Arial"/>
                <a:ea typeface="Arial"/>
                <a:cs typeface="Arial"/>
              </a:defRPr>
            </a:lvl1pPr>
            <a:lvl2pPr algn="ctr">
              <a:defRPr sz="1950" b="0">
                <a:solidFill>
                  <a:srgbClr val="000000"/>
                </a:solidFill>
                <a:latin typeface="Arial"/>
                <a:ea typeface="Arial"/>
                <a:cs typeface="Arial"/>
              </a:defRPr>
            </a:lvl2pPr>
            <a:lvl3pPr algn="ctr">
              <a:defRPr sz="1950" b="0">
                <a:solidFill>
                  <a:srgbClr val="000000"/>
                </a:solidFill>
                <a:latin typeface="Arial"/>
                <a:ea typeface="Arial"/>
                <a:cs typeface="Arial"/>
              </a:defRPr>
            </a:lvl3pPr>
            <a:lvl4pPr algn="ctr">
              <a:defRPr sz="1950" b="0">
                <a:solidFill>
                  <a:srgbClr val="000000"/>
                </a:solidFill>
                <a:latin typeface="Arial"/>
                <a:ea typeface="Arial"/>
                <a:cs typeface="Arial"/>
              </a:defRPr>
            </a:lvl4pPr>
            <a:lvl5pPr algn="ctr">
              <a:defRPr sz="1950" b="0">
                <a:solidFill>
                  <a:srgbClr val="000000"/>
                </a:solidFill>
                <a:latin typeface="Arial"/>
                <a:ea typeface="Arial"/>
                <a:cs typeface="Arial"/>
              </a:defRPr>
            </a:lvl5pPr>
            <a:lvl6pPr algn="ctr">
              <a:defRPr sz="1950" b="0">
                <a:solidFill>
                  <a:srgbClr val="000000"/>
                </a:solidFill>
                <a:latin typeface="Arial"/>
                <a:ea typeface="Arial"/>
                <a:cs typeface="Arial"/>
              </a:defRPr>
            </a:lvl6pPr>
            <a:lvl7pPr algn="ctr">
              <a:defRPr sz="1950" b="0">
                <a:solidFill>
                  <a:srgbClr val="000000"/>
                </a:solidFill>
                <a:latin typeface="Arial"/>
                <a:ea typeface="Arial"/>
                <a:cs typeface="Arial"/>
              </a:defRPr>
            </a:lvl7pPr>
            <a:lvl8pPr algn="ctr">
              <a:defRPr sz="1950" b="0">
                <a:solidFill>
                  <a:srgbClr val="000000"/>
                </a:solidFill>
                <a:latin typeface="Arial"/>
                <a:ea typeface="Arial"/>
                <a:cs typeface="Arial"/>
              </a:defRPr>
            </a:lvl8pPr>
            <a:lvl9pPr algn="ctr">
              <a:defRPr sz="1950" b="0">
                <a:solidFill>
                  <a:srgbClr val="000000"/>
                </a:solidFill>
                <a:latin typeface="Arial"/>
                <a:ea typeface="Arial"/>
                <a:cs typeface="Arial"/>
              </a:defRPr>
            </a:lvl9pPr>
          </a:lstStyle>
          <a:p xmlns:a="http://schemas.openxmlformats.org/drawingml/2006/main">
            <a:pPr algn="ctr">
              <a:defRPr sz="1950" b="0">
                <a:solidFill>
                  <a:srgbClr val="000000"/>
                </a:solidFill>
                <a:latin typeface="Arial"/>
                <a:ea typeface="Arial"/>
                <a:cs typeface="Arial"/>
              </a:defRPr>
            </a:pPr>
            <a:r>
              <a:rPr sz="1950" b="0">
                <a:solidFill>
                  <a:srgbClr val="000000"/>
                </a:solidFill>
                <a:latin typeface="Arial"/>
                <a:ea typeface="Arial"/>
                <a:cs typeface="Arial"/>
              </a:rPr>
              <a:t>Mean Average Precision</a:t>
            </a:r>
          </a:p>
        </p:txBody>
      </p:sp>
      <p:cxnSp>
        <p:nvCxnSpPr>
          <p:cNvPr id="147" name="Attribution divider">
            <a:extLst xmlns:a="http://schemas.openxmlformats.org/drawingml/2006/main">
              <a:ext uri="{FF2B5EF4-FFF2-40B4-BE49-F238E27FC236}">
                <a16:creationId xmlns:a16="http://schemas.microsoft.com/office/drawing/2014/main" id="{F8430988-7AD6-4F29-8AA4-17872A24F633}"/>
              </a:ext>
            </a:extLst>
          </p:cNvPr>
          <p:cNvCxnSpPr/>
          <p:nvPr/>
        </p:nvCxnSpPr>
        <p:spPr>
          <a:xfrm xmlns:a="http://schemas.openxmlformats.org/drawingml/2006/main" flipH="0" flipV="0">
            <a:off x="171450" y="8515350"/>
            <a:ext cx="19211925" cy="0"/>
          </a:xfrm>
          <a:prstGeom xmlns:a="http://schemas.openxmlformats.org/drawingml/2006/main" prst="straightConnector1">
            <a:avLst/>
          </a:prstGeom>
          <a:ln xmlns:a="http://schemas.openxmlformats.org/drawingml/2006/main" w="9525">
            <a:solidFill>
              <a:srgbClr val="D9D9D9"/>
            </a:solidFill>
            <a:tailEnd type="none" w="med" len="med"/>
          </a:ln>
        </p:spPr>
      </p:cxnSp>
      <p:sp>
        <p:nvSpPr>
          <p:cNvPr id="148" name="Attribution">
            <a:extLst xmlns:a="http://schemas.openxmlformats.org/drawingml/2006/main">
              <a:ext uri="{FF2B5EF4-FFF2-40B4-BE49-F238E27FC236}">
                <a16:creationId xmlns:a16="http://schemas.microsoft.com/office/drawing/2014/main" id="{5814074E-47F5-4BC0-85C9-B62E5E2EF2A4}"/>
              </a:ext>
            </a:extLst>
          </p:cNvPr>
          <p:cNvSpPr>
            <a:spLocks xmlns:a="http://schemas.openxmlformats.org/drawingml/2006/main" noGrp="1"/>
          </p:cNvSpPr>
          <p:nvPr/>
        </p:nvSpPr>
        <p:spPr>
          <a:xfrm xmlns:a="http://schemas.openxmlformats.org/drawingml/2006/main" rot="0">
            <a:off x="190500" y="8582025"/>
            <a:ext cx="191738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1050" b="0">
                <a:solidFill>
                  <a:srgbClr val="555555"/>
                </a:solidFill>
                <a:latin typeface="Arial"/>
                <a:ea typeface="Arial"/>
                <a:cs typeface="Arial"/>
              </a:defRPr>
            </a:defPPr>
            <a:lvl1pPr algn="l">
              <a:defRPr sz="1050" b="0">
                <a:solidFill>
                  <a:srgbClr val="555555"/>
                </a:solidFill>
                <a:latin typeface="Arial"/>
                <a:ea typeface="Arial"/>
                <a:cs typeface="Arial"/>
              </a:defRPr>
            </a:lvl1pPr>
            <a:lvl2pPr algn="l">
              <a:defRPr sz="1050" b="0">
                <a:solidFill>
                  <a:srgbClr val="555555"/>
                </a:solidFill>
                <a:latin typeface="Arial"/>
                <a:ea typeface="Arial"/>
                <a:cs typeface="Arial"/>
              </a:defRPr>
            </a:lvl2pPr>
            <a:lvl3pPr algn="l">
              <a:defRPr sz="1050" b="0">
                <a:solidFill>
                  <a:srgbClr val="555555"/>
                </a:solidFill>
                <a:latin typeface="Arial"/>
                <a:ea typeface="Arial"/>
                <a:cs typeface="Arial"/>
              </a:defRPr>
            </a:lvl3pPr>
            <a:lvl4pPr algn="l">
              <a:defRPr sz="1050" b="0">
                <a:solidFill>
                  <a:srgbClr val="555555"/>
                </a:solidFill>
                <a:latin typeface="Arial"/>
                <a:ea typeface="Arial"/>
                <a:cs typeface="Arial"/>
              </a:defRPr>
            </a:lvl4pPr>
            <a:lvl5pPr algn="l">
              <a:defRPr sz="1050" b="0">
                <a:solidFill>
                  <a:srgbClr val="555555"/>
                </a:solidFill>
                <a:latin typeface="Arial"/>
                <a:ea typeface="Arial"/>
                <a:cs typeface="Arial"/>
              </a:defRPr>
            </a:lvl5pPr>
            <a:lvl6pPr algn="l">
              <a:defRPr sz="1050" b="0">
                <a:solidFill>
                  <a:srgbClr val="555555"/>
                </a:solidFill>
                <a:latin typeface="Arial"/>
                <a:ea typeface="Arial"/>
                <a:cs typeface="Arial"/>
              </a:defRPr>
            </a:lvl6pPr>
            <a:lvl7pPr algn="l">
              <a:defRPr sz="1050" b="0">
                <a:solidFill>
                  <a:srgbClr val="555555"/>
                </a:solidFill>
                <a:latin typeface="Arial"/>
                <a:ea typeface="Arial"/>
                <a:cs typeface="Arial"/>
              </a:defRPr>
            </a:lvl7pPr>
            <a:lvl8pPr algn="l">
              <a:defRPr sz="1050" b="0">
                <a:solidFill>
                  <a:srgbClr val="555555"/>
                </a:solidFill>
                <a:latin typeface="Arial"/>
                <a:ea typeface="Arial"/>
                <a:cs typeface="Arial"/>
              </a:defRPr>
            </a:lvl8pPr>
            <a:lvl9pPr algn="l">
              <a:defRPr sz="1050" b="0">
                <a:solidFill>
                  <a:srgbClr val="555555"/>
                </a:solidFill>
                <a:latin typeface="Arial"/>
                <a:ea typeface="Arial"/>
                <a:cs typeface="Arial"/>
              </a:defRPr>
            </a:lvl9pPr>
          </a:lstStyle>
          <a:p xmlns:a="http://schemas.openxmlformats.org/drawingml/2006/main">
            <a:pPr algn="l">
              <a:defRPr sz="1050" b="0">
                <a:solidFill>
                  <a:srgbClr val="555555"/>
                </a:solidFill>
                <a:latin typeface="Arial"/>
                <a:ea typeface="Arial"/>
                <a:cs typeface="Arial"/>
              </a:defRPr>
            </a:pPr>
            <a:r>
              <a:rPr sz="1050" b="0">
                <a:solidFill>
                  <a:srgbClr val="555555"/>
                </a:solidFill>
                <a:latin typeface="Arial"/>
                <a:ea typeface="Arial"/>
                <a:cs typeface="Arial"/>
              </a:rPr>
              <a:t>Adapted from Moshkov et al., Nature Communications 15, 1594 (2024), Fig. 1. DOI: 10.1038/s41467-024-45999-1. CC BY 4.0.</a:t>
            </a:r>
          </a:p>
        </p:txBody>
      </p:sp>
      <p:sp>
        <p:nvSpPr>
          <p:cNvPr id="149" name="Adaptation disclosure">
            <a:extLst xmlns:a="http://schemas.openxmlformats.org/drawingml/2006/main">
              <a:ext uri="{FF2B5EF4-FFF2-40B4-BE49-F238E27FC236}">
                <a16:creationId xmlns:a16="http://schemas.microsoft.com/office/drawing/2014/main" id="{F4383977-48F9-477C-9A03-CA4BAF1E805C}"/>
              </a:ext>
            </a:extLst>
          </p:cNvPr>
          <p:cNvSpPr>
            <a:spLocks xmlns:a="http://schemas.openxmlformats.org/drawingml/2006/main" noGrp="1"/>
          </p:cNvSpPr>
          <p:nvPr/>
        </p:nvSpPr>
        <p:spPr>
          <a:xfrm xmlns:a="http://schemas.openxmlformats.org/drawingml/2006/main" rot="0">
            <a:off x="190500" y="8763000"/>
            <a:ext cx="19173825"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ctr">
            <a:noAutofit/>
          </a:bodyPr>
          <a:lstStyle xmlns:a="http://schemas.openxmlformats.org/drawingml/2006/main">
            <a:defPPr algn="l">
              <a:defRPr sz="975" b="0">
                <a:solidFill>
                  <a:srgbClr val="555555"/>
                </a:solidFill>
                <a:latin typeface="Arial"/>
                <a:ea typeface="Arial"/>
                <a:cs typeface="Arial"/>
              </a:defRPr>
            </a:defPPr>
            <a:lvl1pPr algn="l">
              <a:defRPr sz="975" b="0">
                <a:solidFill>
                  <a:srgbClr val="555555"/>
                </a:solidFill>
                <a:latin typeface="Arial"/>
                <a:ea typeface="Arial"/>
                <a:cs typeface="Arial"/>
              </a:defRPr>
            </a:lvl1pPr>
            <a:lvl2pPr algn="l">
              <a:defRPr sz="975" b="0">
                <a:solidFill>
                  <a:srgbClr val="555555"/>
                </a:solidFill>
                <a:latin typeface="Arial"/>
                <a:ea typeface="Arial"/>
                <a:cs typeface="Arial"/>
              </a:defRPr>
            </a:lvl2pPr>
            <a:lvl3pPr algn="l">
              <a:defRPr sz="975" b="0">
                <a:solidFill>
                  <a:srgbClr val="555555"/>
                </a:solidFill>
                <a:latin typeface="Arial"/>
                <a:ea typeface="Arial"/>
                <a:cs typeface="Arial"/>
              </a:defRPr>
            </a:lvl3pPr>
            <a:lvl4pPr algn="l">
              <a:defRPr sz="975" b="0">
                <a:solidFill>
                  <a:srgbClr val="555555"/>
                </a:solidFill>
                <a:latin typeface="Arial"/>
                <a:ea typeface="Arial"/>
                <a:cs typeface="Arial"/>
              </a:defRPr>
            </a:lvl4pPr>
            <a:lvl5pPr algn="l">
              <a:defRPr sz="975" b="0">
                <a:solidFill>
                  <a:srgbClr val="555555"/>
                </a:solidFill>
                <a:latin typeface="Arial"/>
                <a:ea typeface="Arial"/>
                <a:cs typeface="Arial"/>
              </a:defRPr>
            </a:lvl5pPr>
            <a:lvl6pPr algn="l">
              <a:defRPr sz="975" b="0">
                <a:solidFill>
                  <a:srgbClr val="555555"/>
                </a:solidFill>
                <a:latin typeface="Arial"/>
                <a:ea typeface="Arial"/>
                <a:cs typeface="Arial"/>
              </a:defRPr>
            </a:lvl6pPr>
            <a:lvl7pPr algn="l">
              <a:defRPr sz="975" b="0">
                <a:solidFill>
                  <a:srgbClr val="555555"/>
                </a:solidFill>
                <a:latin typeface="Arial"/>
                <a:ea typeface="Arial"/>
                <a:cs typeface="Arial"/>
              </a:defRPr>
            </a:lvl7pPr>
            <a:lvl8pPr algn="l">
              <a:defRPr sz="975" b="0">
                <a:solidFill>
                  <a:srgbClr val="555555"/>
                </a:solidFill>
                <a:latin typeface="Arial"/>
                <a:ea typeface="Arial"/>
                <a:cs typeface="Arial"/>
              </a:defRPr>
            </a:lvl8pPr>
            <a:lvl9pPr algn="l">
              <a:defRPr sz="975" b="0">
                <a:solidFill>
                  <a:srgbClr val="555555"/>
                </a:solidFill>
                <a:latin typeface="Arial"/>
                <a:ea typeface="Arial"/>
                <a:cs typeface="Arial"/>
              </a:defRPr>
            </a:lvl9pPr>
          </a:lstStyle>
          <a:p xmlns:a="http://schemas.openxmlformats.org/drawingml/2006/main">
            <a:pPr algn="l">
              <a:defRPr sz="975" b="0">
                <a:solidFill>
                  <a:srgbClr val="555555"/>
                </a:solidFill>
                <a:latin typeface="Arial"/>
                <a:ea typeface="Arial"/>
                <a:cs typeface="Arial"/>
              </a:defRPr>
            </a:pPr>
            <a:r>
              <a:rPr sz="975" b="0">
                <a:solidFill>
                  <a:srgbClr val="555555"/>
                </a:solidFill>
                <a:latin typeface="Arial"/>
                <a:ea typeface="Arial"/>
                <a:cs typeface="Arial"/>
              </a:rPr>
              <a:t>Editable reconstruction; source microscopy, density and feature-vector crops retained. https://creativecommons.org/licenses/by/4.0/</a:t>
            </a:r>
          </a:p>
        </p:txBody>
      </p:sp>
    </p:spTree>
    <p:extLst>
      <p:ext uri="{BB962C8B-B14F-4D97-AF65-F5344CB8AC3E}">
        <p14:creationId xmlns:p14="http://schemas.microsoft.com/office/powerpoint/2010/main" val="2891384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2026-10-27T13:27:13.0730000Z</dcterms:created>
  <dcterms:modified xsi:type="dcterms:W3CDTF">2026-10-27T13:27:13.0730000Z</dcterms:modified>
</coreProperties>
</file>